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9" r:id="rId3"/>
    <p:sldId id="266" r:id="rId4"/>
    <p:sldId id="267" r:id="rId5"/>
    <p:sldId id="268" r:id="rId6"/>
    <p:sldId id="270" r:id="rId7"/>
    <p:sldId id="271" r:id="rId8"/>
    <p:sldId id="269" r:id="rId9"/>
    <p:sldId id="272" r:id="rId10"/>
    <p:sldId id="260" r:id="rId11"/>
    <p:sldId id="262" r:id="rId12"/>
    <p:sldId id="263" r:id="rId13"/>
    <p:sldId id="264" r:id="rId14"/>
    <p:sldId id="265" r:id="rId15"/>
    <p:sldId id="273" r:id="rId16"/>
    <p:sldId id="261" r:id="rId1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DD2805-B076-4733-8042-CDF5F3CFB54F}" v="143" dt="2021-11-09T19:19:59.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34" d="100"/>
          <a:sy n="134" d="100"/>
        </p:scale>
        <p:origin x="2574" y="4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 Carreras i Sala" userId="cace1fa3a892e459" providerId="LiveId" clId="{C0DD2805-B076-4733-8042-CDF5F3CFB54F}"/>
    <pc:docChg chg="undo custSel addSld modSld sldOrd">
      <pc:chgData name="Sergi Carreras i Sala" userId="cace1fa3a892e459" providerId="LiveId" clId="{C0DD2805-B076-4733-8042-CDF5F3CFB54F}" dt="2021-11-10T15:33:14.153" v="1947" actId="20577"/>
      <pc:docMkLst>
        <pc:docMk/>
      </pc:docMkLst>
      <pc:sldChg chg="modSp mod">
        <pc:chgData name="Sergi Carreras i Sala" userId="cace1fa3a892e459" providerId="LiveId" clId="{C0DD2805-B076-4733-8042-CDF5F3CFB54F}" dt="2021-11-10T15:23:29.200" v="1436" actId="20577"/>
        <pc:sldMkLst>
          <pc:docMk/>
          <pc:sldMk cId="0" sldId="256"/>
        </pc:sldMkLst>
        <pc:spChg chg="mod">
          <ac:chgData name="Sergi Carreras i Sala" userId="cace1fa3a892e459" providerId="LiveId" clId="{C0DD2805-B076-4733-8042-CDF5F3CFB54F}" dt="2021-11-10T15:23:29.200" v="1436" actId="20577"/>
          <ac:spMkLst>
            <pc:docMk/>
            <pc:sldMk cId="0" sldId="256"/>
            <ac:spMk id="8" creationId="{00000000-0000-0000-0000-000000000000}"/>
          </ac:spMkLst>
        </pc:spChg>
        <pc:picChg chg="mod">
          <ac:chgData name="Sergi Carreras i Sala" userId="cace1fa3a892e459" providerId="LiveId" clId="{C0DD2805-B076-4733-8042-CDF5F3CFB54F}" dt="2021-11-09T15:52:23.582" v="403" actId="1076"/>
          <ac:picMkLst>
            <pc:docMk/>
            <pc:sldMk cId="0" sldId="256"/>
            <ac:picMk id="1026" creationId="{00000000-0000-0000-0000-000000000000}"/>
          </ac:picMkLst>
        </pc:picChg>
      </pc:sldChg>
      <pc:sldChg chg="modSp mod">
        <pc:chgData name="Sergi Carreras i Sala" userId="cace1fa3a892e459" providerId="LiveId" clId="{C0DD2805-B076-4733-8042-CDF5F3CFB54F}" dt="2021-11-10T15:33:14.153" v="1947" actId="20577"/>
        <pc:sldMkLst>
          <pc:docMk/>
          <pc:sldMk cId="1711673559" sldId="259"/>
        </pc:sldMkLst>
        <pc:spChg chg="mod">
          <ac:chgData name="Sergi Carreras i Sala" userId="cace1fa3a892e459" providerId="LiveId" clId="{C0DD2805-B076-4733-8042-CDF5F3CFB54F}" dt="2021-11-10T15:33:14.153" v="1947" actId="20577"/>
          <ac:spMkLst>
            <pc:docMk/>
            <pc:sldMk cId="1711673559" sldId="259"/>
            <ac:spMk id="3" creationId="{00000000-0000-0000-0000-000000000000}"/>
          </ac:spMkLst>
        </pc:spChg>
        <pc:picChg chg="mod">
          <ac:chgData name="Sergi Carreras i Sala" userId="cace1fa3a892e459" providerId="LiveId" clId="{C0DD2805-B076-4733-8042-CDF5F3CFB54F}" dt="2021-11-09T15:52:29.217" v="404" actId="1076"/>
          <ac:picMkLst>
            <pc:docMk/>
            <pc:sldMk cId="1711673559" sldId="259"/>
            <ac:picMk id="7" creationId="{00000000-0000-0000-0000-000000000000}"/>
          </ac:picMkLst>
        </pc:picChg>
      </pc:sldChg>
      <pc:sldChg chg="addSp modSp mod">
        <pc:chgData name="Sergi Carreras i Sala" userId="cace1fa3a892e459" providerId="LiveId" clId="{C0DD2805-B076-4733-8042-CDF5F3CFB54F}" dt="2021-11-09T16:07:13.174" v="542" actId="113"/>
        <pc:sldMkLst>
          <pc:docMk/>
          <pc:sldMk cId="114811187" sldId="260"/>
        </pc:sldMkLst>
        <pc:spChg chg="add mod">
          <ac:chgData name="Sergi Carreras i Sala" userId="cace1fa3a892e459" providerId="LiveId" clId="{C0DD2805-B076-4733-8042-CDF5F3CFB54F}" dt="2021-11-09T16:07:13.174" v="542" actId="113"/>
          <ac:spMkLst>
            <pc:docMk/>
            <pc:sldMk cId="114811187" sldId="260"/>
            <ac:spMk id="9" creationId="{94121127-4820-444D-8A6E-4E0EF6606A4A}"/>
          </ac:spMkLst>
        </pc:spChg>
      </pc:sldChg>
      <pc:sldChg chg="modSp mod">
        <pc:chgData name="Sergi Carreras i Sala" userId="cace1fa3a892e459" providerId="LiveId" clId="{C0DD2805-B076-4733-8042-CDF5F3CFB54F}" dt="2021-11-10T15:27:13.027" v="1440" actId="14100"/>
        <pc:sldMkLst>
          <pc:docMk/>
          <pc:sldMk cId="177499015" sldId="261"/>
        </pc:sldMkLst>
        <pc:spChg chg="mod">
          <ac:chgData name="Sergi Carreras i Sala" userId="cace1fa3a892e459" providerId="LiveId" clId="{C0DD2805-B076-4733-8042-CDF5F3CFB54F}" dt="2021-11-10T15:27:13.027" v="1440" actId="14100"/>
          <ac:spMkLst>
            <pc:docMk/>
            <pc:sldMk cId="177499015" sldId="261"/>
            <ac:spMk id="8" creationId="{FA428FE9-1765-4264-864B-494AB7FE9F53}"/>
          </ac:spMkLst>
        </pc:spChg>
      </pc:sldChg>
      <pc:sldChg chg="modSp mod">
        <pc:chgData name="Sergi Carreras i Sala" userId="cace1fa3a892e459" providerId="LiveId" clId="{C0DD2805-B076-4733-8042-CDF5F3CFB54F}" dt="2021-11-10T15:31:43.646" v="1865" actId="20577"/>
        <pc:sldMkLst>
          <pc:docMk/>
          <pc:sldMk cId="3962583802" sldId="262"/>
        </pc:sldMkLst>
        <pc:spChg chg="mod">
          <ac:chgData name="Sergi Carreras i Sala" userId="cace1fa3a892e459" providerId="LiveId" clId="{C0DD2805-B076-4733-8042-CDF5F3CFB54F}" dt="2021-11-10T15:31:43.646" v="1865" actId="20577"/>
          <ac:spMkLst>
            <pc:docMk/>
            <pc:sldMk cId="3962583802" sldId="262"/>
            <ac:spMk id="4" creationId="{00000000-0000-0000-0000-000000000000}"/>
          </ac:spMkLst>
        </pc:spChg>
      </pc:sldChg>
      <pc:sldChg chg="modSp mod">
        <pc:chgData name="Sergi Carreras i Sala" userId="cace1fa3a892e459" providerId="LiveId" clId="{C0DD2805-B076-4733-8042-CDF5F3CFB54F}" dt="2021-11-10T15:31:56.219" v="1887" actId="20577"/>
        <pc:sldMkLst>
          <pc:docMk/>
          <pc:sldMk cId="945627696" sldId="263"/>
        </pc:sldMkLst>
        <pc:spChg chg="mod">
          <ac:chgData name="Sergi Carreras i Sala" userId="cace1fa3a892e459" providerId="LiveId" clId="{C0DD2805-B076-4733-8042-CDF5F3CFB54F}" dt="2021-11-09T16:10:57.954" v="605" actId="20577"/>
          <ac:spMkLst>
            <pc:docMk/>
            <pc:sldMk cId="945627696" sldId="263"/>
            <ac:spMk id="2" creationId="{25ACB62E-5231-4AC1-A8CE-FE457BE12FC3}"/>
          </ac:spMkLst>
        </pc:spChg>
        <pc:spChg chg="mod">
          <ac:chgData name="Sergi Carreras i Sala" userId="cace1fa3a892e459" providerId="LiveId" clId="{C0DD2805-B076-4733-8042-CDF5F3CFB54F}" dt="2021-11-10T15:31:56.219" v="1887" actId="20577"/>
          <ac:spMkLst>
            <pc:docMk/>
            <pc:sldMk cId="945627696" sldId="263"/>
            <ac:spMk id="4" creationId="{00000000-0000-0000-0000-000000000000}"/>
          </ac:spMkLst>
        </pc:spChg>
      </pc:sldChg>
      <pc:sldChg chg="modSp mod">
        <pc:chgData name="Sergi Carreras i Sala" userId="cace1fa3a892e459" providerId="LiveId" clId="{C0DD2805-B076-4733-8042-CDF5F3CFB54F}" dt="2021-11-10T15:32:08.875" v="1912" actId="20577"/>
        <pc:sldMkLst>
          <pc:docMk/>
          <pc:sldMk cId="3701751931" sldId="264"/>
        </pc:sldMkLst>
        <pc:spChg chg="mod">
          <ac:chgData name="Sergi Carreras i Sala" userId="cace1fa3a892e459" providerId="LiveId" clId="{C0DD2805-B076-4733-8042-CDF5F3CFB54F}" dt="2021-11-10T15:32:08.875" v="1912" actId="20577"/>
          <ac:spMkLst>
            <pc:docMk/>
            <pc:sldMk cId="3701751931" sldId="264"/>
            <ac:spMk id="4" creationId="{00000000-0000-0000-0000-000000000000}"/>
          </ac:spMkLst>
        </pc:spChg>
      </pc:sldChg>
      <pc:sldChg chg="addSp delSp modSp add mod ord">
        <pc:chgData name="Sergi Carreras i Sala" userId="cace1fa3a892e459" providerId="LiveId" clId="{C0DD2805-B076-4733-8042-CDF5F3CFB54F}" dt="2021-11-09T17:29:01.575" v="838" actId="20577"/>
        <pc:sldMkLst>
          <pc:docMk/>
          <pc:sldMk cId="3639083103" sldId="266"/>
        </pc:sldMkLst>
        <pc:spChg chg="add del mod">
          <ac:chgData name="Sergi Carreras i Sala" userId="cace1fa3a892e459" providerId="LiveId" clId="{C0DD2805-B076-4733-8042-CDF5F3CFB54F}" dt="2021-11-09T15:34:48.071" v="194" actId="113"/>
          <ac:spMkLst>
            <pc:docMk/>
            <pc:sldMk cId="3639083103" sldId="266"/>
            <ac:spMk id="3" creationId="{21EEAA8D-9652-47BF-84E8-49258BE9B543}"/>
          </ac:spMkLst>
        </pc:spChg>
        <pc:spChg chg="mod">
          <ac:chgData name="Sergi Carreras i Sala" userId="cace1fa3a892e459" providerId="LiveId" clId="{C0DD2805-B076-4733-8042-CDF5F3CFB54F}" dt="2021-11-09T17:29:01.575" v="838" actId="20577"/>
          <ac:spMkLst>
            <pc:docMk/>
            <pc:sldMk cId="3639083103" sldId="266"/>
            <ac:spMk id="4" creationId="{00000000-0000-0000-0000-000000000000}"/>
          </ac:spMkLst>
        </pc:spChg>
        <pc:spChg chg="add del mod">
          <ac:chgData name="Sergi Carreras i Sala" userId="cace1fa3a892e459" providerId="LiveId" clId="{C0DD2805-B076-4733-8042-CDF5F3CFB54F}" dt="2021-11-08T19:32:22.098" v="11" actId="478"/>
          <ac:spMkLst>
            <pc:docMk/>
            <pc:sldMk cId="3639083103" sldId="266"/>
            <ac:spMk id="9" creationId="{98052682-F268-49A2-B79A-73EC0B34600E}"/>
          </ac:spMkLst>
        </pc:spChg>
        <pc:picChg chg="mod">
          <ac:chgData name="Sergi Carreras i Sala" userId="cace1fa3a892e459" providerId="LiveId" clId="{C0DD2805-B076-4733-8042-CDF5F3CFB54F}" dt="2021-11-09T15:52:18.181" v="402" actId="1076"/>
          <ac:picMkLst>
            <pc:docMk/>
            <pc:sldMk cId="3639083103" sldId="266"/>
            <ac:picMk id="7" creationId="{00000000-0000-0000-0000-000000000000}"/>
          </ac:picMkLst>
        </pc:picChg>
        <pc:picChg chg="del">
          <ac:chgData name="Sergi Carreras i Sala" userId="cace1fa3a892e459" providerId="LiveId" clId="{C0DD2805-B076-4733-8042-CDF5F3CFB54F}" dt="2021-11-08T19:29:24.932" v="3" actId="478"/>
          <ac:picMkLst>
            <pc:docMk/>
            <pc:sldMk cId="3639083103" sldId="266"/>
            <ac:picMk id="8" creationId="{BE0BE326-E933-4851-B864-C30BDC1326B0}"/>
          </ac:picMkLst>
        </pc:picChg>
      </pc:sldChg>
      <pc:sldChg chg="addSp delSp modSp add mod">
        <pc:chgData name="Sergi Carreras i Sala" userId="cace1fa3a892e459" providerId="LiveId" clId="{C0DD2805-B076-4733-8042-CDF5F3CFB54F}" dt="2021-11-09T16:04:48.124" v="407" actId="20577"/>
        <pc:sldMkLst>
          <pc:docMk/>
          <pc:sldMk cId="1861694341" sldId="267"/>
        </pc:sldMkLst>
        <pc:spChg chg="add del mod">
          <ac:chgData name="Sergi Carreras i Sala" userId="cace1fa3a892e459" providerId="LiveId" clId="{C0DD2805-B076-4733-8042-CDF5F3CFB54F}" dt="2021-11-09T16:04:48.124" v="407" actId="20577"/>
          <ac:spMkLst>
            <pc:docMk/>
            <pc:sldMk cId="1861694341" sldId="267"/>
            <ac:spMk id="2" creationId="{D57651ED-614B-4FE1-B40E-2D57D5136FDF}"/>
          </ac:spMkLst>
        </pc:spChg>
        <pc:spChg chg="mod">
          <ac:chgData name="Sergi Carreras i Sala" userId="cace1fa3a892e459" providerId="LiveId" clId="{C0DD2805-B076-4733-8042-CDF5F3CFB54F}" dt="2021-11-09T15:18:13.710" v="156" actId="1076"/>
          <ac:spMkLst>
            <pc:docMk/>
            <pc:sldMk cId="1861694341" sldId="267"/>
            <ac:spMk id="3" creationId="{21EEAA8D-9652-47BF-84E8-49258BE9B543}"/>
          </ac:spMkLst>
        </pc:spChg>
        <pc:spChg chg="mod">
          <ac:chgData name="Sergi Carreras i Sala" userId="cace1fa3a892e459" providerId="LiveId" clId="{C0DD2805-B076-4733-8042-CDF5F3CFB54F}" dt="2021-11-08T19:35:46.835" v="46" actId="20577"/>
          <ac:spMkLst>
            <pc:docMk/>
            <pc:sldMk cId="1861694341" sldId="267"/>
            <ac:spMk id="4" creationId="{00000000-0000-0000-0000-000000000000}"/>
          </ac:spMkLst>
        </pc:spChg>
        <pc:spChg chg="add del mod">
          <ac:chgData name="Sergi Carreras i Sala" userId="cace1fa3a892e459" providerId="LiveId" clId="{C0DD2805-B076-4733-8042-CDF5F3CFB54F}" dt="2021-11-09T15:16:50.459" v="147" actId="478"/>
          <ac:spMkLst>
            <pc:docMk/>
            <pc:sldMk cId="1861694341" sldId="267"/>
            <ac:spMk id="6" creationId="{BC077412-73C5-44D6-B8E5-B30C5C182E20}"/>
          </ac:spMkLst>
        </pc:spChg>
        <pc:spChg chg="add mod">
          <ac:chgData name="Sergi Carreras i Sala" userId="cace1fa3a892e459" providerId="LiveId" clId="{C0DD2805-B076-4733-8042-CDF5F3CFB54F}" dt="2021-11-09T15:41:47.433" v="303" actId="113"/>
          <ac:spMkLst>
            <pc:docMk/>
            <pc:sldMk cId="1861694341" sldId="267"/>
            <ac:spMk id="11" creationId="{440F55A6-1E3D-44AD-9017-03A1825E7422}"/>
          </ac:spMkLst>
        </pc:spChg>
        <pc:picChg chg="mod">
          <ac:chgData name="Sergi Carreras i Sala" userId="cace1fa3a892e459" providerId="LiveId" clId="{C0DD2805-B076-4733-8042-CDF5F3CFB54F}" dt="2021-11-09T15:52:11.915" v="401" actId="1076"/>
          <ac:picMkLst>
            <pc:docMk/>
            <pc:sldMk cId="1861694341" sldId="267"/>
            <ac:picMk id="7" creationId="{00000000-0000-0000-0000-000000000000}"/>
          </ac:picMkLst>
        </pc:picChg>
        <pc:picChg chg="add mod">
          <ac:chgData name="Sergi Carreras i Sala" userId="cace1fa3a892e459" providerId="LiveId" clId="{C0DD2805-B076-4733-8042-CDF5F3CFB54F}" dt="2021-11-09T15:18:56.124" v="161" actId="1076"/>
          <ac:picMkLst>
            <pc:docMk/>
            <pc:sldMk cId="1861694341" sldId="267"/>
            <ac:picMk id="13" creationId="{4873F28B-43B4-4818-B34D-29DB04B8EBDE}"/>
          </ac:picMkLst>
        </pc:picChg>
      </pc:sldChg>
      <pc:sldChg chg="addSp delSp modSp add mod">
        <pc:chgData name="Sergi Carreras i Sala" userId="cace1fa3a892e459" providerId="LiveId" clId="{C0DD2805-B076-4733-8042-CDF5F3CFB54F}" dt="2021-11-09T15:52:04.006" v="400" actId="1076"/>
        <pc:sldMkLst>
          <pc:docMk/>
          <pc:sldMk cId="2957054275" sldId="268"/>
        </pc:sldMkLst>
        <pc:spChg chg="del">
          <ac:chgData name="Sergi Carreras i Sala" userId="cace1fa3a892e459" providerId="LiveId" clId="{C0DD2805-B076-4733-8042-CDF5F3CFB54F}" dt="2021-11-09T14:53:32.998" v="108" actId="478"/>
          <ac:spMkLst>
            <pc:docMk/>
            <pc:sldMk cId="2957054275" sldId="268"/>
            <ac:spMk id="2" creationId="{D57651ED-614B-4FE1-B40E-2D57D5136FDF}"/>
          </ac:spMkLst>
        </pc:spChg>
        <pc:spChg chg="del mod">
          <ac:chgData name="Sergi Carreras i Sala" userId="cace1fa3a892e459" providerId="LiveId" clId="{C0DD2805-B076-4733-8042-CDF5F3CFB54F}" dt="2021-11-09T15:47:11.414" v="372" actId="478"/>
          <ac:spMkLst>
            <pc:docMk/>
            <pc:sldMk cId="2957054275" sldId="268"/>
            <ac:spMk id="3" creationId="{21EEAA8D-9652-47BF-84E8-49258BE9B543}"/>
          </ac:spMkLst>
        </pc:spChg>
        <pc:spChg chg="mod">
          <ac:chgData name="Sergi Carreras i Sala" userId="cace1fa3a892e459" providerId="LiveId" clId="{C0DD2805-B076-4733-8042-CDF5F3CFB54F}" dt="2021-11-09T15:47:07.899" v="371" actId="20577"/>
          <ac:spMkLst>
            <pc:docMk/>
            <pc:sldMk cId="2957054275" sldId="268"/>
            <ac:spMk id="4" creationId="{00000000-0000-0000-0000-000000000000}"/>
          </ac:spMkLst>
        </pc:spChg>
        <pc:spChg chg="add del mod">
          <ac:chgData name="Sergi Carreras i Sala" userId="cace1fa3a892e459" providerId="LiveId" clId="{C0DD2805-B076-4733-8042-CDF5F3CFB54F}" dt="2021-11-09T15:50:48.221" v="391" actId="113"/>
          <ac:spMkLst>
            <pc:docMk/>
            <pc:sldMk cId="2957054275" sldId="268"/>
            <ac:spMk id="5" creationId="{A31183D3-285F-487D-B7A3-5ED9FD122160}"/>
          </ac:spMkLst>
        </pc:spChg>
        <pc:spChg chg="add del mod">
          <ac:chgData name="Sergi Carreras i Sala" userId="cace1fa3a892e459" providerId="LiveId" clId="{C0DD2805-B076-4733-8042-CDF5F3CFB54F}" dt="2021-11-09T15:39:11.103" v="204" actId="478"/>
          <ac:spMkLst>
            <pc:docMk/>
            <pc:sldMk cId="2957054275" sldId="268"/>
            <ac:spMk id="11" creationId="{440F55A6-1E3D-44AD-9017-03A1825E7422}"/>
          </ac:spMkLst>
        </pc:spChg>
        <pc:spChg chg="add mod">
          <ac:chgData name="Sergi Carreras i Sala" userId="cace1fa3a892e459" providerId="LiveId" clId="{C0DD2805-B076-4733-8042-CDF5F3CFB54F}" dt="2021-11-09T15:51:52.274" v="399" actId="14100"/>
          <ac:spMkLst>
            <pc:docMk/>
            <pc:sldMk cId="2957054275" sldId="268"/>
            <ac:spMk id="14" creationId="{1BE17DFC-0922-4AE0-8B4E-117E11FE7B88}"/>
          </ac:spMkLst>
        </pc:spChg>
        <pc:picChg chg="mod">
          <ac:chgData name="Sergi Carreras i Sala" userId="cace1fa3a892e459" providerId="LiveId" clId="{C0DD2805-B076-4733-8042-CDF5F3CFB54F}" dt="2021-11-09T15:52:04.006" v="400" actId="1076"/>
          <ac:picMkLst>
            <pc:docMk/>
            <pc:sldMk cId="2957054275" sldId="268"/>
            <ac:picMk id="7" creationId="{00000000-0000-0000-0000-000000000000}"/>
          </ac:picMkLst>
        </pc:picChg>
        <pc:picChg chg="add mod">
          <ac:chgData name="Sergi Carreras i Sala" userId="cace1fa3a892e459" providerId="LiveId" clId="{C0DD2805-B076-4733-8042-CDF5F3CFB54F}" dt="2021-11-09T15:46:32.977" v="333" actId="1076"/>
          <ac:picMkLst>
            <pc:docMk/>
            <pc:sldMk cId="2957054275" sldId="268"/>
            <ac:picMk id="8" creationId="{C3330315-619A-48AB-BA0C-12A335A22884}"/>
          </ac:picMkLst>
        </pc:picChg>
      </pc:sldChg>
      <pc:sldChg chg="addSp delSp modSp add mod">
        <pc:chgData name="Sergi Carreras i Sala" userId="cace1fa3a892e459" providerId="LiveId" clId="{C0DD2805-B076-4733-8042-CDF5F3CFB54F}" dt="2021-11-09T16:30:49.952" v="652" actId="1076"/>
        <pc:sldMkLst>
          <pc:docMk/>
          <pc:sldMk cId="4032773266" sldId="269"/>
        </pc:sldMkLst>
        <pc:spChg chg="mod">
          <ac:chgData name="Sergi Carreras i Sala" userId="cace1fa3a892e459" providerId="LiveId" clId="{C0DD2805-B076-4733-8042-CDF5F3CFB54F}" dt="2021-11-09T16:30:36.879" v="651" actId="1076"/>
          <ac:spMkLst>
            <pc:docMk/>
            <pc:sldMk cId="4032773266" sldId="269"/>
            <ac:spMk id="4" creationId="{00000000-0000-0000-0000-000000000000}"/>
          </ac:spMkLst>
        </pc:spChg>
        <pc:spChg chg="del">
          <ac:chgData name="Sergi Carreras i Sala" userId="cace1fa3a892e459" providerId="LiveId" clId="{C0DD2805-B076-4733-8042-CDF5F3CFB54F}" dt="2021-11-09T16:28:27.731" v="608" actId="478"/>
          <ac:spMkLst>
            <pc:docMk/>
            <pc:sldMk cId="4032773266" sldId="269"/>
            <ac:spMk id="5" creationId="{A31183D3-285F-487D-B7A3-5ED9FD122160}"/>
          </ac:spMkLst>
        </pc:spChg>
        <pc:spChg chg="mod">
          <ac:chgData name="Sergi Carreras i Sala" userId="cace1fa3a892e459" providerId="LiveId" clId="{C0DD2805-B076-4733-8042-CDF5F3CFB54F}" dt="2021-11-09T16:30:49.952" v="652" actId="1076"/>
          <ac:spMkLst>
            <pc:docMk/>
            <pc:sldMk cId="4032773266" sldId="269"/>
            <ac:spMk id="9" creationId="{98052682-F268-49A2-B79A-73EC0B34600E}"/>
          </ac:spMkLst>
        </pc:spChg>
        <pc:spChg chg="del">
          <ac:chgData name="Sergi Carreras i Sala" userId="cace1fa3a892e459" providerId="LiveId" clId="{C0DD2805-B076-4733-8042-CDF5F3CFB54F}" dt="2021-11-09T16:28:30.900" v="609" actId="478"/>
          <ac:spMkLst>
            <pc:docMk/>
            <pc:sldMk cId="4032773266" sldId="269"/>
            <ac:spMk id="14" creationId="{1BE17DFC-0922-4AE0-8B4E-117E11FE7B88}"/>
          </ac:spMkLst>
        </pc:spChg>
        <pc:picChg chg="del">
          <ac:chgData name="Sergi Carreras i Sala" userId="cace1fa3a892e459" providerId="LiveId" clId="{C0DD2805-B076-4733-8042-CDF5F3CFB54F}" dt="2021-11-09T16:28:23.144" v="607" actId="478"/>
          <ac:picMkLst>
            <pc:docMk/>
            <pc:sldMk cId="4032773266" sldId="269"/>
            <ac:picMk id="8" creationId="{C3330315-619A-48AB-BA0C-12A335A22884}"/>
          </ac:picMkLst>
        </pc:picChg>
        <pc:picChg chg="add mod">
          <ac:chgData name="Sergi Carreras i Sala" userId="cace1fa3a892e459" providerId="LiveId" clId="{C0DD2805-B076-4733-8042-CDF5F3CFB54F}" dt="2021-11-09T16:30:31.423" v="650" actId="1076"/>
          <ac:picMkLst>
            <pc:docMk/>
            <pc:sldMk cId="4032773266" sldId="269"/>
            <ac:picMk id="3074" creationId="{E8CAD92B-FBB8-4D07-BB4A-9595702EF4E1}"/>
          </ac:picMkLst>
        </pc:picChg>
      </pc:sldChg>
      <pc:sldChg chg="addSp delSp modSp add mod ord">
        <pc:chgData name="Sergi Carreras i Sala" userId="cace1fa3a892e459" providerId="LiveId" clId="{C0DD2805-B076-4733-8042-CDF5F3CFB54F}" dt="2021-11-09T18:15:35.195" v="960" actId="20577"/>
        <pc:sldMkLst>
          <pc:docMk/>
          <pc:sldMk cId="4207339528" sldId="270"/>
        </pc:sldMkLst>
        <pc:spChg chg="add mod">
          <ac:chgData name="Sergi Carreras i Sala" userId="cace1fa3a892e459" providerId="LiveId" clId="{C0DD2805-B076-4733-8042-CDF5F3CFB54F}" dt="2021-11-09T18:14:11.608" v="909" actId="14100"/>
          <ac:spMkLst>
            <pc:docMk/>
            <pc:sldMk cId="4207339528" sldId="270"/>
            <ac:spMk id="2" creationId="{B035B507-CE15-4732-8F2F-0854B01A76DD}"/>
          </ac:spMkLst>
        </pc:spChg>
        <pc:spChg chg="add mod">
          <ac:chgData name="Sergi Carreras i Sala" userId="cace1fa3a892e459" providerId="LiveId" clId="{C0DD2805-B076-4733-8042-CDF5F3CFB54F}" dt="2021-11-09T18:14:59.473" v="942" actId="20577"/>
          <ac:spMkLst>
            <pc:docMk/>
            <pc:sldMk cId="4207339528" sldId="270"/>
            <ac:spMk id="3" creationId="{1A45466D-AC77-41E5-A873-C1FC1B3EC26D}"/>
          </ac:spMkLst>
        </pc:spChg>
        <pc:spChg chg="mod">
          <ac:chgData name="Sergi Carreras i Sala" userId="cace1fa3a892e459" providerId="LiveId" clId="{C0DD2805-B076-4733-8042-CDF5F3CFB54F}" dt="2021-11-09T17:21:21.539" v="689" actId="1076"/>
          <ac:spMkLst>
            <pc:docMk/>
            <pc:sldMk cId="4207339528" sldId="270"/>
            <ac:spMk id="4" creationId="{00000000-0000-0000-0000-000000000000}"/>
          </ac:spMkLst>
        </pc:spChg>
        <pc:spChg chg="add del mod">
          <ac:chgData name="Sergi Carreras i Sala" userId="cace1fa3a892e459" providerId="LiveId" clId="{C0DD2805-B076-4733-8042-CDF5F3CFB54F}" dt="2021-11-09T17:22:43.133" v="698" actId="478"/>
          <ac:spMkLst>
            <pc:docMk/>
            <pc:sldMk cId="4207339528" sldId="270"/>
            <ac:spMk id="8" creationId="{E9C1F1FD-BDF4-477B-A705-31FF187B1C29}"/>
          </ac:spMkLst>
        </pc:spChg>
        <pc:spChg chg="del">
          <ac:chgData name="Sergi Carreras i Sala" userId="cace1fa3a892e459" providerId="LiveId" clId="{C0DD2805-B076-4733-8042-CDF5F3CFB54F}" dt="2021-11-09T17:21:18.742" v="688" actId="478"/>
          <ac:spMkLst>
            <pc:docMk/>
            <pc:sldMk cId="4207339528" sldId="270"/>
            <ac:spMk id="9" creationId="{98052682-F268-49A2-B79A-73EC0B34600E}"/>
          </ac:spMkLst>
        </pc:spChg>
        <pc:spChg chg="add mod">
          <ac:chgData name="Sergi Carreras i Sala" userId="cace1fa3a892e459" providerId="LiveId" clId="{C0DD2805-B076-4733-8042-CDF5F3CFB54F}" dt="2021-11-09T18:15:35.195" v="960" actId="20577"/>
          <ac:spMkLst>
            <pc:docMk/>
            <pc:sldMk cId="4207339528" sldId="270"/>
            <ac:spMk id="14" creationId="{24508EC9-F210-4F8E-9305-11ABAF75398F}"/>
          </ac:spMkLst>
        </pc:spChg>
        <pc:picChg chg="add mod">
          <ac:chgData name="Sergi Carreras i Sala" userId="cace1fa3a892e459" providerId="LiveId" clId="{C0DD2805-B076-4733-8042-CDF5F3CFB54F}" dt="2021-11-09T18:13:41.524" v="907" actId="1076"/>
          <ac:picMkLst>
            <pc:docMk/>
            <pc:sldMk cId="4207339528" sldId="270"/>
            <ac:picMk id="13" creationId="{92CE7916-B242-4430-BD2A-8942499D6894}"/>
          </ac:picMkLst>
        </pc:picChg>
        <pc:picChg chg="add del mod">
          <ac:chgData name="Sergi Carreras i Sala" userId="cace1fa3a892e459" providerId="LiveId" clId="{C0DD2805-B076-4733-8042-CDF5F3CFB54F}" dt="2021-11-09T18:10:46.721" v="878" actId="21"/>
          <ac:picMkLst>
            <pc:docMk/>
            <pc:sldMk cId="4207339528" sldId="270"/>
            <ac:picMk id="1028" creationId="{430F172B-9FD9-4192-8E10-0E5A51301E5A}"/>
          </ac:picMkLst>
        </pc:picChg>
        <pc:picChg chg="del mod">
          <ac:chgData name="Sergi Carreras i Sala" userId="cace1fa3a892e459" providerId="LiveId" clId="{C0DD2805-B076-4733-8042-CDF5F3CFB54F}" dt="2021-11-09T17:21:23.149" v="690" actId="478"/>
          <ac:picMkLst>
            <pc:docMk/>
            <pc:sldMk cId="4207339528" sldId="270"/>
            <ac:picMk id="3074" creationId="{E8CAD92B-FBB8-4D07-BB4A-9595702EF4E1}"/>
          </ac:picMkLst>
        </pc:picChg>
      </pc:sldChg>
      <pc:sldChg chg="addSp delSp modSp add mod">
        <pc:chgData name="Sergi Carreras i Sala" userId="cace1fa3a892e459" providerId="LiveId" clId="{C0DD2805-B076-4733-8042-CDF5F3CFB54F}" dt="2021-11-09T18:22:53.624" v="1054" actId="20577"/>
        <pc:sldMkLst>
          <pc:docMk/>
          <pc:sldMk cId="1484159987" sldId="271"/>
        </pc:sldMkLst>
        <pc:spChg chg="del">
          <ac:chgData name="Sergi Carreras i Sala" userId="cace1fa3a892e459" providerId="LiveId" clId="{C0DD2805-B076-4733-8042-CDF5F3CFB54F}" dt="2021-11-09T18:16:16.683" v="961" actId="478"/>
          <ac:spMkLst>
            <pc:docMk/>
            <pc:sldMk cId="1484159987" sldId="271"/>
            <ac:spMk id="2" creationId="{B035B507-CE15-4732-8F2F-0854B01A76DD}"/>
          </ac:spMkLst>
        </pc:spChg>
        <pc:spChg chg="del mod">
          <ac:chgData name="Sergi Carreras i Sala" userId="cace1fa3a892e459" providerId="LiveId" clId="{C0DD2805-B076-4733-8042-CDF5F3CFB54F}" dt="2021-11-09T18:10:53.473" v="881" actId="478"/>
          <ac:spMkLst>
            <pc:docMk/>
            <pc:sldMk cId="1484159987" sldId="271"/>
            <ac:spMk id="3" creationId="{1A45466D-AC77-41E5-A873-C1FC1B3EC26D}"/>
          </ac:spMkLst>
        </pc:spChg>
        <pc:spChg chg="add mod">
          <ac:chgData name="Sergi Carreras i Sala" userId="cace1fa3a892e459" providerId="LiveId" clId="{C0DD2805-B076-4733-8042-CDF5F3CFB54F}" dt="2021-11-09T18:22:53.624" v="1054" actId="20577"/>
          <ac:spMkLst>
            <pc:docMk/>
            <pc:sldMk cId="1484159987" sldId="271"/>
            <ac:spMk id="9" creationId="{A24AFBDC-528F-4600-8823-995C56552049}"/>
          </ac:spMkLst>
        </pc:spChg>
        <pc:spChg chg="add del mod">
          <ac:chgData name="Sergi Carreras i Sala" userId="cace1fa3a892e459" providerId="LiveId" clId="{C0DD2805-B076-4733-8042-CDF5F3CFB54F}" dt="2021-11-09T18:16:59.044" v="970"/>
          <ac:spMkLst>
            <pc:docMk/>
            <pc:sldMk cId="1484159987" sldId="271"/>
            <ac:spMk id="13" creationId="{6C320EC4-B555-48A8-82FF-3A1DC8D5636A}"/>
          </ac:spMkLst>
        </pc:spChg>
        <pc:picChg chg="add del mod">
          <ac:chgData name="Sergi Carreras i Sala" userId="cace1fa3a892e459" providerId="LiveId" clId="{C0DD2805-B076-4733-8042-CDF5F3CFB54F}" dt="2021-11-09T18:10:50.066" v="879" actId="478"/>
          <ac:picMkLst>
            <pc:docMk/>
            <pc:sldMk cId="1484159987" sldId="271"/>
            <ac:picMk id="6" creationId="{8FBB1EDA-82EB-4773-9530-42DCBE80DDEE}"/>
          </ac:picMkLst>
        </pc:picChg>
        <pc:picChg chg="add mod">
          <ac:chgData name="Sergi Carreras i Sala" userId="cace1fa3a892e459" providerId="LiveId" clId="{C0DD2805-B076-4733-8042-CDF5F3CFB54F}" dt="2021-11-09T18:10:51.616" v="880"/>
          <ac:picMkLst>
            <pc:docMk/>
            <pc:sldMk cId="1484159987" sldId="271"/>
            <ac:picMk id="11" creationId="{0E294836-A8BB-47A0-8F4E-A885FE2EDBC6}"/>
          </ac:picMkLst>
        </pc:picChg>
        <pc:picChg chg="del">
          <ac:chgData name="Sergi Carreras i Sala" userId="cace1fa3a892e459" providerId="LiveId" clId="{C0DD2805-B076-4733-8042-CDF5F3CFB54F}" dt="2021-11-09T18:09:43.760" v="860" actId="478"/>
          <ac:picMkLst>
            <pc:docMk/>
            <pc:sldMk cId="1484159987" sldId="271"/>
            <ac:picMk id="1028" creationId="{430F172B-9FD9-4192-8E10-0E5A51301E5A}"/>
          </ac:picMkLst>
        </pc:picChg>
      </pc:sldChg>
      <pc:sldChg chg="addSp delSp modSp add mod">
        <pc:chgData name="Sergi Carreras i Sala" userId="cace1fa3a892e459" providerId="LiveId" clId="{C0DD2805-B076-4733-8042-CDF5F3CFB54F}" dt="2021-11-09T19:19:59.634" v="1329" actId="1076"/>
        <pc:sldMkLst>
          <pc:docMk/>
          <pc:sldMk cId="1657857173" sldId="272"/>
        </pc:sldMkLst>
        <pc:spChg chg="mod">
          <ac:chgData name="Sergi Carreras i Sala" userId="cace1fa3a892e459" providerId="LiveId" clId="{C0DD2805-B076-4733-8042-CDF5F3CFB54F}" dt="2021-11-09T19:13:59.641" v="1135" actId="20577"/>
          <ac:spMkLst>
            <pc:docMk/>
            <pc:sldMk cId="1657857173" sldId="272"/>
            <ac:spMk id="4" creationId="{00000000-0000-0000-0000-000000000000}"/>
          </ac:spMkLst>
        </pc:spChg>
        <pc:spChg chg="add del mod">
          <ac:chgData name="Sergi Carreras i Sala" userId="cace1fa3a892e459" providerId="LiveId" clId="{C0DD2805-B076-4733-8042-CDF5F3CFB54F}" dt="2021-11-09T19:14:59.301" v="1136" actId="478"/>
          <ac:spMkLst>
            <pc:docMk/>
            <pc:sldMk cId="1657857173" sldId="272"/>
            <ac:spMk id="6" creationId="{61BA7FAE-9375-4D4F-AB9A-53D9731D82A3}"/>
          </ac:spMkLst>
        </pc:spChg>
        <pc:spChg chg="add mod">
          <ac:chgData name="Sergi Carreras i Sala" userId="cace1fa3a892e459" providerId="LiveId" clId="{C0DD2805-B076-4733-8042-CDF5F3CFB54F}" dt="2021-11-09T19:19:48.827" v="1327" actId="113"/>
          <ac:spMkLst>
            <pc:docMk/>
            <pc:sldMk cId="1657857173" sldId="272"/>
            <ac:spMk id="8" creationId="{E93A59F7-801F-4A1F-A066-E45410DC6E4E}"/>
          </ac:spMkLst>
        </pc:spChg>
        <pc:spChg chg="del mod">
          <ac:chgData name="Sergi Carreras i Sala" userId="cace1fa3a892e459" providerId="LiveId" clId="{C0DD2805-B076-4733-8042-CDF5F3CFB54F}" dt="2021-11-09T19:02:49.906" v="1062" actId="478"/>
          <ac:spMkLst>
            <pc:docMk/>
            <pc:sldMk cId="1657857173" sldId="272"/>
            <ac:spMk id="9" creationId="{98052682-F268-49A2-B79A-73EC0B34600E}"/>
          </ac:spMkLst>
        </pc:spChg>
        <pc:spChg chg="add del mod">
          <ac:chgData name="Sergi Carreras i Sala" userId="cace1fa3a892e459" providerId="LiveId" clId="{C0DD2805-B076-4733-8042-CDF5F3CFB54F}" dt="2021-11-09T19:13:14.194" v="1125"/>
          <ac:spMkLst>
            <pc:docMk/>
            <pc:sldMk cId="1657857173" sldId="272"/>
            <ac:spMk id="11" creationId="{9F22A137-9D3E-4B0C-A8CA-8D88F26A7648}"/>
          </ac:spMkLst>
        </pc:spChg>
        <pc:spChg chg="add mod">
          <ac:chgData name="Sergi Carreras i Sala" userId="cace1fa3a892e459" providerId="LiveId" clId="{C0DD2805-B076-4733-8042-CDF5F3CFB54F}" dt="2021-11-09T19:19:59.634" v="1329" actId="1076"/>
          <ac:spMkLst>
            <pc:docMk/>
            <pc:sldMk cId="1657857173" sldId="272"/>
            <ac:spMk id="13" creationId="{2C6D7A81-485C-4F01-88A9-D400F58AE0CC}"/>
          </ac:spMkLst>
        </pc:spChg>
        <pc:picChg chg="add mod">
          <ac:chgData name="Sergi Carreras i Sala" userId="cace1fa3a892e459" providerId="LiveId" clId="{C0DD2805-B076-4733-8042-CDF5F3CFB54F}" dt="2021-11-09T19:16:30.501" v="1309" actId="1076"/>
          <ac:picMkLst>
            <pc:docMk/>
            <pc:sldMk cId="1657857173" sldId="272"/>
            <ac:picMk id="5" creationId="{7C0464F7-0870-4A01-8E89-CB2C6116F080}"/>
          </ac:picMkLst>
        </pc:picChg>
        <pc:picChg chg="del">
          <ac:chgData name="Sergi Carreras i Sala" userId="cace1fa3a892e459" providerId="LiveId" clId="{C0DD2805-B076-4733-8042-CDF5F3CFB54F}" dt="2021-11-09T18:46:27.421" v="1056" actId="478"/>
          <ac:picMkLst>
            <pc:docMk/>
            <pc:sldMk cId="1657857173" sldId="272"/>
            <ac:picMk id="3074" creationId="{E8CAD92B-FBB8-4D07-BB4A-9595702EF4E1}"/>
          </ac:picMkLst>
        </pc:picChg>
      </pc:sldChg>
      <pc:sldChg chg="addSp delSp modSp add mod">
        <pc:chgData name="Sergi Carreras i Sala" userId="cace1fa3a892e459" providerId="LiveId" clId="{C0DD2805-B076-4733-8042-CDF5F3CFB54F}" dt="2021-11-09T19:35:53.136" v="1338" actId="1076"/>
        <pc:sldMkLst>
          <pc:docMk/>
          <pc:sldMk cId="3109364583" sldId="273"/>
        </pc:sldMkLst>
        <pc:spChg chg="del">
          <ac:chgData name="Sergi Carreras i Sala" userId="cace1fa3a892e459" providerId="LiveId" clId="{C0DD2805-B076-4733-8042-CDF5F3CFB54F}" dt="2021-11-09T19:35:43.823" v="1336" actId="478"/>
          <ac:spMkLst>
            <pc:docMk/>
            <pc:sldMk cId="3109364583" sldId="273"/>
            <ac:spMk id="8" creationId="{1C6E3FC6-5205-436A-837C-60DEDEEEDAA4}"/>
          </ac:spMkLst>
        </pc:spChg>
        <pc:spChg chg="del">
          <ac:chgData name="Sergi Carreras i Sala" userId="cace1fa3a892e459" providerId="LiveId" clId="{C0DD2805-B076-4733-8042-CDF5F3CFB54F}" dt="2021-11-09T19:35:48.333" v="1337" actId="478"/>
          <ac:spMkLst>
            <pc:docMk/>
            <pc:sldMk cId="3109364583" sldId="273"/>
            <ac:spMk id="13" creationId="{3953293E-2964-4685-8D6C-81B5E2212F8A}"/>
          </ac:spMkLst>
        </pc:spChg>
        <pc:picChg chg="add mod">
          <ac:chgData name="Sergi Carreras i Sala" userId="cace1fa3a892e459" providerId="LiveId" clId="{C0DD2805-B076-4733-8042-CDF5F3CFB54F}" dt="2021-11-09T19:35:53.136" v="1338" actId="1076"/>
          <ac:picMkLst>
            <pc:docMk/>
            <pc:sldMk cId="3109364583" sldId="273"/>
            <ac:picMk id="3" creationId="{9C5FC28E-EBB4-4C56-A293-0DE53AF338CF}"/>
          </ac:picMkLst>
        </pc:picChg>
        <pc:picChg chg="del">
          <ac:chgData name="Sergi Carreras i Sala" userId="cace1fa3a892e459" providerId="LiveId" clId="{C0DD2805-B076-4733-8042-CDF5F3CFB54F}" dt="2021-11-09T19:34:58.368" v="1331" actId="478"/>
          <ac:picMkLst>
            <pc:docMk/>
            <pc:sldMk cId="3109364583" sldId="273"/>
            <ac:picMk id="5" creationId="{41C77838-CEAA-4859-82D6-B1381697666B}"/>
          </ac:picMkLst>
        </pc:picChg>
      </pc:sldChg>
    </pc:docChg>
  </pc:docChgLst>
  <pc:docChgLst>
    <pc:chgData name="Sergi Carreras i Sala" userId="cace1fa3a892e459" providerId="LiveId" clId="{39E077DE-AF36-4FB5-9FDD-C17C391B22DB}"/>
    <pc:docChg chg="custSel delSld modSld">
      <pc:chgData name="Sergi Carreras i Sala" userId="cace1fa3a892e459" providerId="LiveId" clId="{39E077DE-AF36-4FB5-9FDD-C17C391B22DB}" dt="2021-09-29T14:13:25.465" v="112" actId="20577"/>
      <pc:docMkLst>
        <pc:docMk/>
      </pc:docMkLst>
      <pc:sldChg chg="modSp mod">
        <pc:chgData name="Sergi Carreras i Sala" userId="cace1fa3a892e459" providerId="LiveId" clId="{39E077DE-AF36-4FB5-9FDD-C17C391B22DB}" dt="2021-09-29T14:13:08.375" v="101" actId="20577"/>
        <pc:sldMkLst>
          <pc:docMk/>
          <pc:sldMk cId="0" sldId="256"/>
        </pc:sldMkLst>
        <pc:spChg chg="mod">
          <ac:chgData name="Sergi Carreras i Sala" userId="cace1fa3a892e459" providerId="LiveId" clId="{39E077DE-AF36-4FB5-9FDD-C17C391B22DB}" dt="2021-09-29T14:13:08.375" v="101" actId="20577"/>
          <ac:spMkLst>
            <pc:docMk/>
            <pc:sldMk cId="0" sldId="256"/>
            <ac:spMk id="8" creationId="{00000000-0000-0000-0000-000000000000}"/>
          </ac:spMkLst>
        </pc:spChg>
      </pc:sldChg>
      <pc:sldChg chg="modSp mod">
        <pc:chgData name="Sergi Carreras i Sala" userId="cace1fa3a892e459" providerId="LiveId" clId="{39E077DE-AF36-4FB5-9FDD-C17C391B22DB}" dt="2021-09-29T14:13:25.465" v="112" actId="20577"/>
        <pc:sldMkLst>
          <pc:docMk/>
          <pc:sldMk cId="1711673559" sldId="259"/>
        </pc:sldMkLst>
        <pc:spChg chg="mod">
          <ac:chgData name="Sergi Carreras i Sala" userId="cace1fa3a892e459" providerId="LiveId" clId="{39E077DE-AF36-4FB5-9FDD-C17C391B22DB}" dt="2021-09-29T14:13:25.465" v="112" actId="20577"/>
          <ac:spMkLst>
            <pc:docMk/>
            <pc:sldMk cId="1711673559" sldId="259"/>
            <ac:spMk id="3" creationId="{00000000-0000-0000-0000-000000000000}"/>
          </ac:spMkLst>
        </pc:spChg>
      </pc:sldChg>
      <pc:sldChg chg="modSp mod">
        <pc:chgData name="Sergi Carreras i Sala" userId="cace1fa3a892e459" providerId="LiveId" clId="{39E077DE-AF36-4FB5-9FDD-C17C391B22DB}" dt="2021-09-29T14:11:41.458" v="91" actId="1076"/>
        <pc:sldMkLst>
          <pc:docMk/>
          <pc:sldMk cId="755302874" sldId="264"/>
        </pc:sldMkLst>
        <pc:spChg chg="mod">
          <ac:chgData name="Sergi Carreras i Sala" userId="cace1fa3a892e459" providerId="LiveId" clId="{39E077DE-AF36-4FB5-9FDD-C17C391B22DB}" dt="2021-09-29T14:11:41.458" v="91" actId="1076"/>
          <ac:spMkLst>
            <pc:docMk/>
            <pc:sldMk cId="755302874" sldId="264"/>
            <ac:spMk id="2" creationId="{00000000-0000-0000-0000-000000000000}"/>
          </ac:spMkLst>
        </pc:spChg>
        <pc:spChg chg="mod">
          <ac:chgData name="Sergi Carreras i Sala" userId="cace1fa3a892e459" providerId="LiveId" clId="{39E077DE-AF36-4FB5-9FDD-C17C391B22DB}" dt="2021-09-29T14:11:11.191" v="90" actId="20577"/>
          <ac:spMkLst>
            <pc:docMk/>
            <pc:sldMk cId="755302874" sldId="264"/>
            <ac:spMk id="10" creationId="{00000000-0000-0000-0000-000000000000}"/>
          </ac:spMkLst>
        </pc:spChg>
      </pc:sldChg>
      <pc:sldChg chg="del">
        <pc:chgData name="Sergi Carreras i Sala" userId="cace1fa3a892e459" providerId="LiveId" clId="{39E077DE-AF36-4FB5-9FDD-C17C391B22DB}" dt="2021-09-29T14:12:16.822" v="92" actId="47"/>
        <pc:sldMkLst>
          <pc:docMk/>
          <pc:sldMk cId="2318132901" sldId="266"/>
        </pc:sldMkLst>
      </pc:sldChg>
      <pc:sldChg chg="del">
        <pc:chgData name="Sergi Carreras i Sala" userId="cace1fa3a892e459" providerId="LiveId" clId="{39E077DE-AF36-4FB5-9FDD-C17C391B22DB}" dt="2021-09-29T14:12:30.550" v="93" actId="47"/>
        <pc:sldMkLst>
          <pc:docMk/>
          <pc:sldMk cId="1915817295" sldId="268"/>
        </pc:sldMkLst>
      </pc:sldChg>
      <pc:sldChg chg="del">
        <pc:chgData name="Sergi Carreras i Sala" userId="cace1fa3a892e459" providerId="LiveId" clId="{39E077DE-AF36-4FB5-9FDD-C17C391B22DB}" dt="2021-09-29T14:12:30.550" v="93" actId="47"/>
        <pc:sldMkLst>
          <pc:docMk/>
          <pc:sldMk cId="2641934259" sldId="269"/>
        </pc:sldMkLst>
      </pc:sldChg>
      <pc:sldChg chg="del">
        <pc:chgData name="Sergi Carreras i Sala" userId="cace1fa3a892e459" providerId="LiveId" clId="{39E077DE-AF36-4FB5-9FDD-C17C391B22DB}" dt="2021-09-29T14:12:30.550" v="93" actId="47"/>
        <pc:sldMkLst>
          <pc:docMk/>
          <pc:sldMk cId="4193849174" sldId="270"/>
        </pc:sldMkLst>
      </pc:sldChg>
      <pc:sldChg chg="del">
        <pc:chgData name="Sergi Carreras i Sala" userId="cace1fa3a892e459" providerId="LiveId" clId="{39E077DE-AF36-4FB5-9FDD-C17C391B22DB}" dt="2021-09-29T14:12:30.550" v="93" actId="47"/>
        <pc:sldMkLst>
          <pc:docMk/>
          <pc:sldMk cId="2760641220" sldId="271"/>
        </pc:sldMkLst>
      </pc:sldChg>
      <pc:sldChg chg="del">
        <pc:chgData name="Sergi Carreras i Sala" userId="cace1fa3a892e459" providerId="LiveId" clId="{39E077DE-AF36-4FB5-9FDD-C17C391B22DB}" dt="2021-09-29T14:12:30.550" v="93" actId="47"/>
        <pc:sldMkLst>
          <pc:docMk/>
          <pc:sldMk cId="2581876087" sldId="272"/>
        </pc:sldMkLst>
      </pc:sldChg>
      <pc:sldChg chg="del">
        <pc:chgData name="Sergi Carreras i Sala" userId="cace1fa3a892e459" providerId="LiveId" clId="{39E077DE-AF36-4FB5-9FDD-C17C391B22DB}" dt="2021-09-29T14:12:30.550" v="93" actId="47"/>
        <pc:sldMkLst>
          <pc:docMk/>
          <pc:sldMk cId="1195514186" sldId="273"/>
        </pc:sldMkLst>
      </pc:sldChg>
      <pc:sldChg chg="del">
        <pc:chgData name="Sergi Carreras i Sala" userId="cace1fa3a892e459" providerId="LiveId" clId="{39E077DE-AF36-4FB5-9FDD-C17C391B22DB}" dt="2021-09-29T14:12:30.550" v="93" actId="47"/>
        <pc:sldMkLst>
          <pc:docMk/>
          <pc:sldMk cId="2435523730" sldId="274"/>
        </pc:sldMkLst>
      </pc:sldChg>
      <pc:sldChg chg="del">
        <pc:chgData name="Sergi Carreras i Sala" userId="cace1fa3a892e459" providerId="LiveId" clId="{39E077DE-AF36-4FB5-9FDD-C17C391B22DB}" dt="2021-09-29T14:12:30.550" v="93" actId="47"/>
        <pc:sldMkLst>
          <pc:docMk/>
          <pc:sldMk cId="2000293104" sldId="275"/>
        </pc:sldMkLst>
      </pc:sldChg>
      <pc:sldChg chg="del">
        <pc:chgData name="Sergi Carreras i Sala" userId="cace1fa3a892e459" providerId="LiveId" clId="{39E077DE-AF36-4FB5-9FDD-C17C391B22DB}" dt="2021-09-29T14:12:30.550" v="93" actId="47"/>
        <pc:sldMkLst>
          <pc:docMk/>
          <pc:sldMk cId="3901390769" sldId="276"/>
        </pc:sldMkLst>
      </pc:sldChg>
      <pc:sldChg chg="del">
        <pc:chgData name="Sergi Carreras i Sala" userId="cace1fa3a892e459" providerId="LiveId" clId="{39E077DE-AF36-4FB5-9FDD-C17C391B22DB}" dt="2021-09-29T14:12:30.550" v="93" actId="47"/>
        <pc:sldMkLst>
          <pc:docMk/>
          <pc:sldMk cId="2685666405" sldId="277"/>
        </pc:sldMkLst>
      </pc:sldChg>
      <pc:sldChg chg="del">
        <pc:chgData name="Sergi Carreras i Sala" userId="cace1fa3a892e459" providerId="LiveId" clId="{39E077DE-AF36-4FB5-9FDD-C17C391B22DB}" dt="2021-09-29T14:12:30.550" v="93" actId="47"/>
        <pc:sldMkLst>
          <pc:docMk/>
          <pc:sldMk cId="3558945549" sldId="278"/>
        </pc:sldMkLst>
      </pc:sldChg>
    </pc:docChg>
  </pc:docChgLst>
  <pc:docChgLst>
    <pc:chgData name="Sergi Carreras i Sala" userId="cace1fa3a892e459" providerId="LiveId" clId="{85B1B61F-B30C-4949-807E-21A96EDEEBC6}"/>
    <pc:docChg chg="custSel addSld modSld sldOrd">
      <pc:chgData name="Sergi Carreras i Sala" userId="cace1fa3a892e459" providerId="LiveId" clId="{85B1B61F-B30C-4949-807E-21A96EDEEBC6}" dt="2021-10-07T10:22:02.087" v="566" actId="1440"/>
      <pc:docMkLst>
        <pc:docMk/>
      </pc:docMkLst>
      <pc:sldChg chg="modSp mod">
        <pc:chgData name="Sergi Carreras i Sala" userId="cace1fa3a892e459" providerId="LiveId" clId="{85B1B61F-B30C-4949-807E-21A96EDEEBC6}" dt="2021-10-07T10:21:30.694" v="563" actId="1440"/>
        <pc:sldMkLst>
          <pc:docMk/>
          <pc:sldMk cId="0" sldId="256"/>
        </pc:sldMkLst>
        <pc:picChg chg="mod">
          <ac:chgData name="Sergi Carreras i Sala" userId="cace1fa3a892e459" providerId="LiveId" clId="{85B1B61F-B30C-4949-807E-21A96EDEEBC6}" dt="2021-10-07T10:21:30.694" v="563" actId="1440"/>
          <ac:picMkLst>
            <pc:docMk/>
            <pc:sldMk cId="0" sldId="256"/>
            <ac:picMk id="6" creationId="{4AFB58FB-5127-4ECF-B567-F2216A0624A3}"/>
          </ac:picMkLst>
        </pc:picChg>
      </pc:sldChg>
      <pc:sldChg chg="modSp mod">
        <pc:chgData name="Sergi Carreras i Sala" userId="cace1fa3a892e459" providerId="LiveId" clId="{85B1B61F-B30C-4949-807E-21A96EDEEBC6}" dt="2021-10-07T10:21:38.547" v="564" actId="1440"/>
        <pc:sldMkLst>
          <pc:docMk/>
          <pc:sldMk cId="1711673559" sldId="259"/>
        </pc:sldMkLst>
        <pc:picChg chg="mod">
          <ac:chgData name="Sergi Carreras i Sala" userId="cace1fa3a892e459" providerId="LiveId" clId="{85B1B61F-B30C-4949-807E-21A96EDEEBC6}" dt="2021-10-07T10:21:38.547" v="564" actId="1440"/>
          <ac:picMkLst>
            <pc:docMk/>
            <pc:sldMk cId="1711673559" sldId="259"/>
            <ac:picMk id="11" creationId="{7367AEB5-BB7B-488C-B7C2-E449E06EFE4D}"/>
          </ac:picMkLst>
        </pc:picChg>
      </pc:sldChg>
      <pc:sldChg chg="addSp modSp mod">
        <pc:chgData name="Sergi Carreras i Sala" userId="cace1fa3a892e459" providerId="LiveId" clId="{85B1B61F-B30C-4949-807E-21A96EDEEBC6}" dt="2021-10-07T07:55:04.165" v="34" actId="313"/>
        <pc:sldMkLst>
          <pc:docMk/>
          <pc:sldMk cId="1567088870" sldId="260"/>
        </pc:sldMkLst>
        <pc:spChg chg="mod">
          <ac:chgData name="Sergi Carreras i Sala" userId="cace1fa3a892e459" providerId="LiveId" clId="{85B1B61F-B30C-4949-807E-21A96EDEEBC6}" dt="2021-10-07T07:55:04.165" v="34" actId="313"/>
          <ac:spMkLst>
            <pc:docMk/>
            <pc:sldMk cId="1567088870" sldId="260"/>
            <ac:spMk id="4" creationId="{00000000-0000-0000-0000-000000000000}"/>
          </ac:spMkLst>
        </pc:spChg>
        <pc:spChg chg="add mod">
          <ac:chgData name="Sergi Carreras i Sala" userId="cace1fa3a892e459" providerId="LiveId" clId="{85B1B61F-B30C-4949-807E-21A96EDEEBC6}" dt="2021-10-07T07:54:32.913" v="2"/>
          <ac:spMkLst>
            <pc:docMk/>
            <pc:sldMk cId="1567088870" sldId="260"/>
            <ac:spMk id="9" creationId="{85D5E9F9-08BC-42DA-8FEE-F84E7072F1C2}"/>
          </ac:spMkLst>
        </pc:spChg>
        <pc:spChg chg="mod">
          <ac:chgData name="Sergi Carreras i Sala" userId="cace1fa3a892e459" providerId="LiveId" clId="{85B1B61F-B30C-4949-807E-21A96EDEEBC6}" dt="2021-10-07T07:54:28.480" v="1" actId="1076"/>
          <ac:spMkLst>
            <pc:docMk/>
            <pc:sldMk cId="1567088870" sldId="260"/>
            <ac:spMk id="12" creationId="{34A3DA1D-ECD9-438A-8976-04259B7FCADD}"/>
          </ac:spMkLst>
        </pc:spChg>
      </pc:sldChg>
      <pc:sldChg chg="modSp mod">
        <pc:chgData name="Sergi Carreras i Sala" userId="cace1fa3a892e459" providerId="LiveId" clId="{85B1B61F-B30C-4949-807E-21A96EDEEBC6}" dt="2021-10-07T10:21:17.181" v="562" actId="1038"/>
        <pc:sldMkLst>
          <pc:docMk/>
          <pc:sldMk cId="3465632956" sldId="262"/>
        </pc:sldMkLst>
        <pc:picChg chg="mod">
          <ac:chgData name="Sergi Carreras i Sala" userId="cace1fa3a892e459" providerId="LiveId" clId="{85B1B61F-B30C-4949-807E-21A96EDEEBC6}" dt="2021-10-07T10:21:17.181" v="562" actId="1038"/>
          <ac:picMkLst>
            <pc:docMk/>
            <pc:sldMk cId="3465632956" sldId="262"/>
            <ac:picMk id="12" creationId="{315D7B9B-E4E6-45B9-BF4D-0A368C3CFF04}"/>
          </ac:picMkLst>
        </pc:picChg>
      </pc:sldChg>
      <pc:sldChg chg="addSp delSp modSp add mod ord">
        <pc:chgData name="Sergi Carreras i Sala" userId="cace1fa3a892e459" providerId="LiveId" clId="{85B1B61F-B30C-4949-807E-21A96EDEEBC6}" dt="2021-10-07T10:21:50.996" v="565" actId="1440"/>
        <pc:sldMkLst>
          <pc:docMk/>
          <pc:sldMk cId="2389613406" sldId="263"/>
        </pc:sldMkLst>
        <pc:spChg chg="mod">
          <ac:chgData name="Sergi Carreras i Sala" userId="cace1fa3a892e459" providerId="LiveId" clId="{85B1B61F-B30C-4949-807E-21A96EDEEBC6}" dt="2021-10-07T08:02:58.809" v="67" actId="20577"/>
          <ac:spMkLst>
            <pc:docMk/>
            <pc:sldMk cId="2389613406" sldId="263"/>
            <ac:spMk id="4" creationId="{00000000-0000-0000-0000-000000000000}"/>
          </ac:spMkLst>
        </pc:spChg>
        <pc:spChg chg="add del mod">
          <ac:chgData name="Sergi Carreras i Sala" userId="cace1fa3a892e459" providerId="LiveId" clId="{85B1B61F-B30C-4949-807E-21A96EDEEBC6}" dt="2021-10-07T08:15:38.747" v="70"/>
          <ac:spMkLst>
            <pc:docMk/>
            <pc:sldMk cId="2389613406" sldId="263"/>
            <ac:spMk id="6" creationId="{406195A5-9732-4975-AC2D-52363083B253}"/>
          </ac:spMkLst>
        </pc:spChg>
        <pc:spChg chg="add mod">
          <ac:chgData name="Sergi Carreras i Sala" userId="cace1fa3a892e459" providerId="LiveId" clId="{85B1B61F-B30C-4949-807E-21A96EDEEBC6}" dt="2021-10-07T08:18:34.224" v="88" actId="1076"/>
          <ac:spMkLst>
            <pc:docMk/>
            <pc:sldMk cId="2389613406" sldId="263"/>
            <ac:spMk id="8" creationId="{B6806576-BA8A-429F-B35D-AEA481A807C0}"/>
          </ac:spMkLst>
        </pc:spChg>
        <pc:spChg chg="add mod">
          <ac:chgData name="Sergi Carreras i Sala" userId="cace1fa3a892e459" providerId="LiveId" clId="{85B1B61F-B30C-4949-807E-21A96EDEEBC6}" dt="2021-10-07T08:18:34.224" v="88" actId="1076"/>
          <ac:spMkLst>
            <pc:docMk/>
            <pc:sldMk cId="2389613406" sldId="263"/>
            <ac:spMk id="9" creationId="{22FCDB68-4A6E-4B12-B8B6-2A18A922B2E4}"/>
          </ac:spMkLst>
        </pc:spChg>
        <pc:spChg chg="add mod">
          <ac:chgData name="Sergi Carreras i Sala" userId="cace1fa3a892e459" providerId="LiveId" clId="{85B1B61F-B30C-4949-807E-21A96EDEEBC6}" dt="2021-10-07T08:18:34.224" v="88" actId="1076"/>
          <ac:spMkLst>
            <pc:docMk/>
            <pc:sldMk cId="2389613406" sldId="263"/>
            <ac:spMk id="12" creationId="{3179C524-2A7C-486D-98C0-58163662A89C}"/>
          </ac:spMkLst>
        </pc:spChg>
        <pc:spChg chg="add mod">
          <ac:chgData name="Sergi Carreras i Sala" userId="cace1fa3a892e459" providerId="LiveId" clId="{85B1B61F-B30C-4949-807E-21A96EDEEBC6}" dt="2021-10-07T08:19:44.963" v="164" actId="1076"/>
          <ac:spMkLst>
            <pc:docMk/>
            <pc:sldMk cId="2389613406" sldId="263"/>
            <ac:spMk id="13" creationId="{C058C124-FF8F-4D0A-8A42-124456BC55BD}"/>
          </ac:spMkLst>
        </pc:spChg>
        <pc:picChg chg="add mod">
          <ac:chgData name="Sergi Carreras i Sala" userId="cace1fa3a892e459" providerId="LiveId" clId="{85B1B61F-B30C-4949-807E-21A96EDEEBC6}" dt="2021-10-07T10:21:50.996" v="565" actId="1440"/>
          <ac:picMkLst>
            <pc:docMk/>
            <pc:sldMk cId="2389613406" sldId="263"/>
            <ac:picMk id="3" creationId="{10141F80-C3D1-44A3-9047-30E6282C3B28}"/>
          </ac:picMkLst>
        </pc:picChg>
        <pc:picChg chg="del">
          <ac:chgData name="Sergi Carreras i Sala" userId="cace1fa3a892e459" providerId="LiveId" clId="{85B1B61F-B30C-4949-807E-21A96EDEEBC6}" dt="2021-10-07T08:01:03.998" v="36" actId="478"/>
          <ac:picMkLst>
            <pc:docMk/>
            <pc:sldMk cId="2389613406" sldId="263"/>
            <ac:picMk id="5" creationId="{E8BEB29D-B362-458D-95D6-C1164E927728}"/>
          </ac:picMkLst>
        </pc:picChg>
      </pc:sldChg>
      <pc:sldChg chg="addSp delSp modSp add mod">
        <pc:chgData name="Sergi Carreras i Sala" userId="cace1fa3a892e459" providerId="LiveId" clId="{85B1B61F-B30C-4949-807E-21A96EDEEBC6}" dt="2021-10-07T08:28:52.775" v="265" actId="1076"/>
        <pc:sldMkLst>
          <pc:docMk/>
          <pc:sldMk cId="3796439797" sldId="264"/>
        </pc:sldMkLst>
        <pc:spChg chg="mod">
          <ac:chgData name="Sergi Carreras i Sala" userId="cace1fa3a892e459" providerId="LiveId" clId="{85B1B61F-B30C-4949-807E-21A96EDEEBC6}" dt="2021-10-07T08:22:36.889" v="174" actId="20577"/>
          <ac:spMkLst>
            <pc:docMk/>
            <pc:sldMk cId="3796439797" sldId="264"/>
            <ac:spMk id="4" creationId="{00000000-0000-0000-0000-000000000000}"/>
          </ac:spMkLst>
        </pc:spChg>
        <pc:spChg chg="del">
          <ac:chgData name="Sergi Carreras i Sala" userId="cace1fa3a892e459" providerId="LiveId" clId="{85B1B61F-B30C-4949-807E-21A96EDEEBC6}" dt="2021-10-07T08:22:46.908" v="178" actId="478"/>
          <ac:spMkLst>
            <pc:docMk/>
            <pc:sldMk cId="3796439797" sldId="264"/>
            <ac:spMk id="8" creationId="{B6806576-BA8A-429F-B35D-AEA481A807C0}"/>
          </ac:spMkLst>
        </pc:spChg>
        <pc:spChg chg="del">
          <ac:chgData name="Sergi Carreras i Sala" userId="cace1fa3a892e459" providerId="LiveId" clId="{85B1B61F-B30C-4949-807E-21A96EDEEBC6}" dt="2021-10-07T08:27:33.709" v="208" actId="478"/>
          <ac:spMkLst>
            <pc:docMk/>
            <pc:sldMk cId="3796439797" sldId="264"/>
            <ac:spMk id="9" creationId="{22FCDB68-4A6E-4B12-B8B6-2A18A922B2E4}"/>
          </ac:spMkLst>
        </pc:spChg>
        <pc:spChg chg="del">
          <ac:chgData name="Sergi Carreras i Sala" userId="cace1fa3a892e459" providerId="LiveId" clId="{85B1B61F-B30C-4949-807E-21A96EDEEBC6}" dt="2021-10-07T08:27:37.242" v="209" actId="478"/>
          <ac:spMkLst>
            <pc:docMk/>
            <pc:sldMk cId="3796439797" sldId="264"/>
            <ac:spMk id="12" creationId="{3179C524-2A7C-486D-98C0-58163662A89C}"/>
          </ac:spMkLst>
        </pc:spChg>
        <pc:spChg chg="mod">
          <ac:chgData name="Sergi Carreras i Sala" userId="cace1fa3a892e459" providerId="LiveId" clId="{85B1B61F-B30C-4949-807E-21A96EDEEBC6}" dt="2021-10-07T08:28:52.775" v="265" actId="1076"/>
          <ac:spMkLst>
            <pc:docMk/>
            <pc:sldMk cId="3796439797" sldId="264"/>
            <ac:spMk id="13" creationId="{C058C124-FF8F-4D0A-8A42-124456BC55BD}"/>
          </ac:spMkLst>
        </pc:spChg>
        <pc:picChg chg="del">
          <ac:chgData name="Sergi Carreras i Sala" userId="cace1fa3a892e459" providerId="LiveId" clId="{85B1B61F-B30C-4949-807E-21A96EDEEBC6}" dt="2021-10-07T08:20:44.802" v="166" actId="478"/>
          <ac:picMkLst>
            <pc:docMk/>
            <pc:sldMk cId="3796439797" sldId="264"/>
            <ac:picMk id="3" creationId="{10141F80-C3D1-44A3-9047-30E6282C3B28}"/>
          </ac:picMkLst>
        </pc:picChg>
        <pc:picChg chg="add mod">
          <ac:chgData name="Sergi Carreras i Sala" userId="cace1fa3a892e459" providerId="LiveId" clId="{85B1B61F-B30C-4949-807E-21A96EDEEBC6}" dt="2021-10-07T08:27:27.145" v="206" actId="1076"/>
          <ac:picMkLst>
            <pc:docMk/>
            <pc:sldMk cId="3796439797" sldId="264"/>
            <ac:picMk id="5" creationId="{FC55C656-C52D-4E3C-A6EC-EDC468F3C561}"/>
          </ac:picMkLst>
        </pc:picChg>
        <pc:picChg chg="add mod">
          <ac:chgData name="Sergi Carreras i Sala" userId="cace1fa3a892e459" providerId="LiveId" clId="{85B1B61F-B30C-4949-807E-21A96EDEEBC6}" dt="2021-10-07T08:28:49.956" v="264" actId="14100"/>
          <ac:picMkLst>
            <pc:docMk/>
            <pc:sldMk cId="3796439797" sldId="264"/>
            <ac:picMk id="14" creationId="{C76164BE-DA5F-48F8-8841-0BD3DC520D00}"/>
          </ac:picMkLst>
        </pc:picChg>
        <pc:picChg chg="add mod">
          <ac:chgData name="Sergi Carreras i Sala" userId="cace1fa3a892e459" providerId="LiveId" clId="{85B1B61F-B30C-4949-807E-21A96EDEEBC6}" dt="2021-10-07T08:27:20.805" v="204" actId="1076"/>
          <ac:picMkLst>
            <pc:docMk/>
            <pc:sldMk cId="3796439797" sldId="264"/>
            <ac:picMk id="16" creationId="{2F0534D1-91F5-4AD4-8772-81884CDE5423}"/>
          </ac:picMkLst>
        </pc:picChg>
      </pc:sldChg>
      <pc:sldChg chg="addSp delSp modSp add mod">
        <pc:chgData name="Sergi Carreras i Sala" userId="cace1fa3a892e459" providerId="LiveId" clId="{85B1B61F-B30C-4949-807E-21A96EDEEBC6}" dt="2021-10-07T10:22:02.087" v="566" actId="1440"/>
        <pc:sldMkLst>
          <pc:docMk/>
          <pc:sldMk cId="3501393759" sldId="265"/>
        </pc:sldMkLst>
        <pc:spChg chg="mod">
          <ac:chgData name="Sergi Carreras i Sala" userId="cace1fa3a892e459" providerId="LiveId" clId="{85B1B61F-B30C-4949-807E-21A96EDEEBC6}" dt="2021-10-07T09:44:51.337" v="304" actId="20577"/>
          <ac:spMkLst>
            <pc:docMk/>
            <pc:sldMk cId="3501393759" sldId="265"/>
            <ac:spMk id="4" creationId="{00000000-0000-0000-0000-000000000000}"/>
          </ac:spMkLst>
        </pc:spChg>
        <pc:spChg chg="add mod">
          <ac:chgData name="Sergi Carreras i Sala" userId="cace1fa3a892e459" providerId="LiveId" clId="{85B1B61F-B30C-4949-807E-21A96EDEEBC6}" dt="2021-10-07T09:45:45.852" v="315" actId="1076"/>
          <ac:spMkLst>
            <pc:docMk/>
            <pc:sldMk cId="3501393759" sldId="265"/>
            <ac:spMk id="13" creationId="{3057C827-F692-43E7-9267-87033DFAEF9A}"/>
          </ac:spMkLst>
        </pc:spChg>
        <pc:spChg chg="add mod">
          <ac:chgData name="Sergi Carreras i Sala" userId="cace1fa3a892e459" providerId="LiveId" clId="{85B1B61F-B30C-4949-807E-21A96EDEEBC6}" dt="2021-10-07T09:47:01.628" v="471" actId="20577"/>
          <ac:spMkLst>
            <pc:docMk/>
            <pc:sldMk cId="3501393759" sldId="265"/>
            <ac:spMk id="14" creationId="{6B76BA7F-FA0D-49B4-86F3-9378AFEBFE60}"/>
          </ac:spMkLst>
        </pc:spChg>
        <pc:spChg chg="add mod">
          <ac:chgData name="Sergi Carreras i Sala" userId="cace1fa3a892e459" providerId="LiveId" clId="{85B1B61F-B30C-4949-807E-21A96EDEEBC6}" dt="2021-10-07T09:47:55.734" v="479" actId="1035"/>
          <ac:spMkLst>
            <pc:docMk/>
            <pc:sldMk cId="3501393759" sldId="265"/>
            <ac:spMk id="15" creationId="{40B38CA9-90C9-4D98-9F80-D9AF8EB7A95E}"/>
          </ac:spMkLst>
        </pc:spChg>
        <pc:picChg chg="del mod">
          <ac:chgData name="Sergi Carreras i Sala" userId="cace1fa3a892e459" providerId="LiveId" clId="{85B1B61F-B30C-4949-807E-21A96EDEEBC6}" dt="2021-10-07T09:37:25.788" v="269" actId="478"/>
          <ac:picMkLst>
            <pc:docMk/>
            <pc:sldMk cId="3501393759" sldId="265"/>
            <ac:picMk id="3" creationId="{921AB5F5-5411-4609-B347-ECEC7739B2EE}"/>
          </ac:picMkLst>
        </pc:picChg>
        <pc:picChg chg="add del">
          <ac:chgData name="Sergi Carreras i Sala" userId="cace1fa3a892e459" providerId="LiveId" clId="{85B1B61F-B30C-4949-807E-21A96EDEEBC6}" dt="2021-10-07T09:37:30.585" v="272" actId="478"/>
          <ac:picMkLst>
            <pc:docMk/>
            <pc:sldMk cId="3501393759" sldId="265"/>
            <ac:picMk id="5" creationId="{1BA62459-155B-47FC-A8C3-C51864BE61E6}"/>
          </ac:picMkLst>
        </pc:picChg>
        <pc:picChg chg="del">
          <ac:chgData name="Sergi Carreras i Sala" userId="cace1fa3a892e459" providerId="LiveId" clId="{85B1B61F-B30C-4949-807E-21A96EDEEBC6}" dt="2021-10-07T09:37:23.944" v="267" actId="478"/>
          <ac:picMkLst>
            <pc:docMk/>
            <pc:sldMk cId="3501393759" sldId="265"/>
            <ac:picMk id="8" creationId="{7B0128A7-C345-4D98-AF73-99776C0345C6}"/>
          </ac:picMkLst>
        </pc:picChg>
        <pc:picChg chg="add mod modCrop">
          <ac:chgData name="Sergi Carreras i Sala" userId="cace1fa3a892e459" providerId="LiveId" clId="{85B1B61F-B30C-4949-807E-21A96EDEEBC6}" dt="2021-10-07T10:22:02.087" v="566" actId="1440"/>
          <ac:picMkLst>
            <pc:docMk/>
            <pc:sldMk cId="3501393759" sldId="265"/>
            <ac:picMk id="9" creationId="{D47644BB-9803-4EC5-9E46-250FA336F097}"/>
          </ac:picMkLst>
        </pc:picChg>
        <pc:picChg chg="del">
          <ac:chgData name="Sergi Carreras i Sala" userId="cace1fa3a892e459" providerId="LiveId" clId="{85B1B61F-B30C-4949-807E-21A96EDEEBC6}" dt="2021-10-07T09:37:27.551" v="270" actId="478"/>
          <ac:picMkLst>
            <pc:docMk/>
            <pc:sldMk cId="3501393759" sldId="265"/>
            <ac:picMk id="12" creationId="{315D7B9B-E4E6-45B9-BF4D-0A368C3CFF04}"/>
          </ac:picMkLst>
        </pc:picChg>
      </pc:sldChg>
      <pc:sldChg chg="addSp delSp modSp add mod">
        <pc:chgData name="Sergi Carreras i Sala" userId="cace1fa3a892e459" providerId="LiveId" clId="{85B1B61F-B30C-4949-807E-21A96EDEEBC6}" dt="2021-10-07T10:10:23.519" v="520" actId="20577"/>
        <pc:sldMkLst>
          <pc:docMk/>
          <pc:sldMk cId="148520313" sldId="266"/>
        </pc:sldMkLst>
        <pc:spChg chg="mod">
          <ac:chgData name="Sergi Carreras i Sala" userId="cace1fa3a892e459" providerId="LiveId" clId="{85B1B61F-B30C-4949-807E-21A96EDEEBC6}" dt="2021-10-07T10:10:23.519" v="520" actId="20577"/>
          <ac:spMkLst>
            <pc:docMk/>
            <pc:sldMk cId="148520313" sldId="266"/>
            <ac:spMk id="4" creationId="{00000000-0000-0000-0000-000000000000}"/>
          </ac:spMkLst>
        </pc:spChg>
        <pc:spChg chg="del">
          <ac:chgData name="Sergi Carreras i Sala" userId="cace1fa3a892e459" providerId="LiveId" clId="{85B1B61F-B30C-4949-807E-21A96EDEEBC6}" dt="2021-10-07T10:10:02.531" v="510" actId="478"/>
          <ac:spMkLst>
            <pc:docMk/>
            <pc:sldMk cId="148520313" sldId="266"/>
            <ac:spMk id="13" creationId="{3057C827-F692-43E7-9267-87033DFAEF9A}"/>
          </ac:spMkLst>
        </pc:spChg>
        <pc:spChg chg="del mod">
          <ac:chgData name="Sergi Carreras i Sala" userId="cace1fa3a892e459" providerId="LiveId" clId="{85B1B61F-B30C-4949-807E-21A96EDEEBC6}" dt="2021-10-07T10:10:05.308" v="512" actId="478"/>
          <ac:spMkLst>
            <pc:docMk/>
            <pc:sldMk cId="148520313" sldId="266"/>
            <ac:spMk id="14" creationId="{6B76BA7F-FA0D-49B4-86F3-9378AFEBFE60}"/>
          </ac:spMkLst>
        </pc:spChg>
        <pc:spChg chg="del">
          <ac:chgData name="Sergi Carreras i Sala" userId="cace1fa3a892e459" providerId="LiveId" clId="{85B1B61F-B30C-4949-807E-21A96EDEEBC6}" dt="2021-10-07T10:10:01.077" v="509" actId="478"/>
          <ac:spMkLst>
            <pc:docMk/>
            <pc:sldMk cId="148520313" sldId="266"/>
            <ac:spMk id="15" creationId="{40B38CA9-90C9-4D98-9F80-D9AF8EB7A95E}"/>
          </ac:spMkLst>
        </pc:spChg>
        <pc:picChg chg="add mod">
          <ac:chgData name="Sergi Carreras i Sala" userId="cace1fa3a892e459" providerId="LiveId" clId="{85B1B61F-B30C-4949-807E-21A96EDEEBC6}" dt="2021-10-07T10:10:13.284" v="516" actId="1076"/>
          <ac:picMkLst>
            <pc:docMk/>
            <pc:sldMk cId="148520313" sldId="266"/>
            <ac:picMk id="3" creationId="{390DD111-FE23-4AB2-A93C-5A5E615A4316}"/>
          </ac:picMkLst>
        </pc:picChg>
        <pc:picChg chg="del">
          <ac:chgData name="Sergi Carreras i Sala" userId="cace1fa3a892e459" providerId="LiveId" clId="{85B1B61F-B30C-4949-807E-21A96EDEEBC6}" dt="2021-10-07T09:48:38.866" v="481" actId="478"/>
          <ac:picMkLst>
            <pc:docMk/>
            <pc:sldMk cId="148520313" sldId="266"/>
            <ac:picMk id="9" creationId="{D47644BB-9803-4EC5-9E46-250FA336F097}"/>
          </ac:picMkLst>
        </pc:picChg>
      </pc:sldChg>
      <pc:sldChg chg="addSp delSp modSp add mod">
        <pc:chgData name="Sergi Carreras i Sala" userId="cace1fa3a892e459" providerId="LiveId" clId="{85B1B61F-B30C-4949-807E-21A96EDEEBC6}" dt="2021-10-07T10:15:37.113" v="550" actId="1076"/>
        <pc:sldMkLst>
          <pc:docMk/>
          <pc:sldMk cId="1175577920" sldId="267"/>
        </pc:sldMkLst>
        <pc:spChg chg="mod">
          <ac:chgData name="Sergi Carreras i Sala" userId="cace1fa3a892e459" providerId="LiveId" clId="{85B1B61F-B30C-4949-807E-21A96EDEEBC6}" dt="2021-10-07T10:15:08.653" v="549" actId="20577"/>
          <ac:spMkLst>
            <pc:docMk/>
            <pc:sldMk cId="1175577920" sldId="267"/>
            <ac:spMk id="4" creationId="{00000000-0000-0000-0000-000000000000}"/>
          </ac:spMkLst>
        </pc:spChg>
        <pc:picChg chg="del">
          <ac:chgData name="Sergi Carreras i Sala" userId="cace1fa3a892e459" providerId="LiveId" clId="{85B1B61F-B30C-4949-807E-21A96EDEEBC6}" dt="2021-10-07T10:14:45.355" v="522" actId="478"/>
          <ac:picMkLst>
            <pc:docMk/>
            <pc:sldMk cId="1175577920" sldId="267"/>
            <ac:picMk id="3" creationId="{390DD111-FE23-4AB2-A93C-5A5E615A4316}"/>
          </ac:picMkLst>
        </pc:picChg>
        <pc:picChg chg="add mod">
          <ac:chgData name="Sergi Carreras i Sala" userId="cace1fa3a892e459" providerId="LiveId" clId="{85B1B61F-B30C-4949-807E-21A96EDEEBC6}" dt="2021-10-07T10:15:37.113" v="550" actId="1076"/>
          <ac:picMkLst>
            <pc:docMk/>
            <pc:sldMk cId="1175577920" sldId="267"/>
            <ac:picMk id="5" creationId="{B031A5E3-D03F-4AA4-B896-31021A35E813}"/>
          </ac:picMkLst>
        </pc:picChg>
      </pc:sldChg>
    </pc:docChg>
  </pc:docChgLst>
  <pc:docChgLst>
    <pc:chgData name="Sergi Carreras i Sala" userId="cace1fa3a892e459" providerId="LiveId" clId="{0AC4E1A3-44B8-4538-BF53-150B8E9BE04F}"/>
    <pc:docChg chg="undo custSel addSld delSld modSld">
      <pc:chgData name="Sergi Carreras i Sala" userId="cace1fa3a892e459" providerId="LiveId" clId="{0AC4E1A3-44B8-4538-BF53-150B8E9BE04F}" dt="2021-11-08T11:55:36.921" v="517" actId="1076"/>
      <pc:docMkLst>
        <pc:docMk/>
      </pc:docMkLst>
      <pc:sldChg chg="addSp delSp modSp mod">
        <pc:chgData name="Sergi Carreras i Sala" userId="cace1fa3a892e459" providerId="LiveId" clId="{0AC4E1A3-44B8-4538-BF53-150B8E9BE04F}" dt="2021-11-08T11:53:55.243" v="481" actId="1076"/>
        <pc:sldMkLst>
          <pc:docMk/>
          <pc:sldMk cId="0" sldId="256"/>
        </pc:sldMkLst>
        <pc:spChg chg="mod">
          <ac:chgData name="Sergi Carreras i Sala" userId="cace1fa3a892e459" providerId="LiveId" clId="{0AC4E1A3-44B8-4538-BF53-150B8E9BE04F}" dt="2021-11-08T11:25:15.342" v="102" actId="20577"/>
          <ac:spMkLst>
            <pc:docMk/>
            <pc:sldMk cId="0" sldId="256"/>
            <ac:spMk id="8" creationId="{00000000-0000-0000-0000-000000000000}"/>
          </ac:spMkLst>
        </pc:spChg>
        <pc:picChg chg="mod">
          <ac:chgData name="Sergi Carreras i Sala" userId="cace1fa3a892e459" providerId="LiveId" clId="{0AC4E1A3-44B8-4538-BF53-150B8E9BE04F}" dt="2021-11-08T11:53:43.331" v="480" actId="1076"/>
          <ac:picMkLst>
            <pc:docMk/>
            <pc:sldMk cId="0" sldId="256"/>
            <ac:picMk id="5" creationId="{00000000-0000-0000-0000-000000000000}"/>
          </ac:picMkLst>
        </pc:picChg>
        <pc:picChg chg="del">
          <ac:chgData name="Sergi Carreras i Sala" userId="cace1fa3a892e459" providerId="LiveId" clId="{0AC4E1A3-44B8-4538-BF53-150B8E9BE04F}" dt="2021-11-08T11:21:44.036" v="0" actId="478"/>
          <ac:picMkLst>
            <pc:docMk/>
            <pc:sldMk cId="0" sldId="256"/>
            <ac:picMk id="6" creationId="{4AFB58FB-5127-4ECF-B567-F2216A0624A3}"/>
          </ac:picMkLst>
        </pc:picChg>
        <pc:picChg chg="add mod">
          <ac:chgData name="Sergi Carreras i Sala" userId="cace1fa3a892e459" providerId="LiveId" clId="{0AC4E1A3-44B8-4538-BF53-150B8E9BE04F}" dt="2021-11-08T11:53:55.243" v="481" actId="1076"/>
          <ac:picMkLst>
            <pc:docMk/>
            <pc:sldMk cId="0" sldId="256"/>
            <ac:picMk id="4098" creationId="{93B3663F-E4D3-4824-ACD2-13E84820442C}"/>
          </ac:picMkLst>
        </pc:picChg>
      </pc:sldChg>
      <pc:sldChg chg="delSp modSp mod">
        <pc:chgData name="Sergi Carreras i Sala" userId="cace1fa3a892e459" providerId="LiveId" clId="{0AC4E1A3-44B8-4538-BF53-150B8E9BE04F}" dt="2021-11-08T11:26:07.901" v="132" actId="478"/>
        <pc:sldMkLst>
          <pc:docMk/>
          <pc:sldMk cId="1711673559" sldId="259"/>
        </pc:sldMkLst>
        <pc:spChg chg="mod">
          <ac:chgData name="Sergi Carreras i Sala" userId="cace1fa3a892e459" providerId="LiveId" clId="{0AC4E1A3-44B8-4538-BF53-150B8E9BE04F}" dt="2021-11-08T11:25:54.345" v="129" actId="14100"/>
          <ac:spMkLst>
            <pc:docMk/>
            <pc:sldMk cId="1711673559" sldId="259"/>
            <ac:spMk id="9" creationId="{00000000-0000-0000-0000-000000000000}"/>
          </ac:spMkLst>
        </pc:spChg>
        <pc:picChg chg="del">
          <ac:chgData name="Sergi Carreras i Sala" userId="cace1fa3a892e459" providerId="LiveId" clId="{0AC4E1A3-44B8-4538-BF53-150B8E9BE04F}" dt="2021-11-08T11:26:07.901" v="132" actId="478"/>
          <ac:picMkLst>
            <pc:docMk/>
            <pc:sldMk cId="1711673559" sldId="259"/>
            <ac:picMk id="11" creationId="{7367AEB5-BB7B-488C-B7C2-E449E06EFE4D}"/>
          </ac:picMkLst>
        </pc:picChg>
      </pc:sldChg>
      <pc:sldChg chg="addSp delSp modSp add mod">
        <pc:chgData name="Sergi Carreras i Sala" userId="cace1fa3a892e459" providerId="LiveId" clId="{0AC4E1A3-44B8-4538-BF53-150B8E9BE04F}" dt="2021-11-08T11:27:48.943" v="174" actId="1076"/>
        <pc:sldMkLst>
          <pc:docMk/>
          <pc:sldMk cId="114811187" sldId="260"/>
        </pc:sldMkLst>
        <pc:spChg chg="del">
          <ac:chgData name="Sergi Carreras i Sala" userId="cace1fa3a892e459" providerId="LiveId" clId="{0AC4E1A3-44B8-4538-BF53-150B8E9BE04F}" dt="2021-11-08T11:23:10.007" v="41" actId="478"/>
          <ac:spMkLst>
            <pc:docMk/>
            <pc:sldMk cId="114811187" sldId="260"/>
            <ac:spMk id="3" creationId="{00000000-0000-0000-0000-000000000000}"/>
          </ac:spMkLst>
        </pc:spChg>
        <pc:spChg chg="mod">
          <ac:chgData name="Sergi Carreras i Sala" userId="cace1fa3a892e459" providerId="LiveId" clId="{0AC4E1A3-44B8-4538-BF53-150B8E9BE04F}" dt="2021-11-08T11:27:48.943" v="174" actId="1076"/>
          <ac:spMkLst>
            <pc:docMk/>
            <pc:sldMk cId="114811187" sldId="260"/>
            <ac:spMk id="4" creationId="{00000000-0000-0000-0000-000000000000}"/>
          </ac:spMkLst>
        </pc:spChg>
        <pc:spChg chg="del">
          <ac:chgData name="Sergi Carreras i Sala" userId="cace1fa3a892e459" providerId="LiveId" clId="{0AC4E1A3-44B8-4538-BF53-150B8E9BE04F}" dt="2021-11-08T11:26:00.598" v="130" actId="478"/>
          <ac:spMkLst>
            <pc:docMk/>
            <pc:sldMk cId="114811187" sldId="260"/>
            <ac:spMk id="9" creationId="{00000000-0000-0000-0000-000000000000}"/>
          </ac:spMkLst>
        </pc:spChg>
        <pc:spChg chg="add mod">
          <ac:chgData name="Sergi Carreras i Sala" userId="cace1fa3a892e459" providerId="LiveId" clId="{0AC4E1A3-44B8-4538-BF53-150B8E9BE04F}" dt="2021-11-08T11:26:01.102" v="131"/>
          <ac:spMkLst>
            <pc:docMk/>
            <pc:sldMk cId="114811187" sldId="260"/>
            <ac:spMk id="12" creationId="{C0DC1F53-6211-49AE-9326-CE188DF75D2B}"/>
          </ac:spMkLst>
        </pc:spChg>
        <pc:picChg chg="add del mod">
          <ac:chgData name="Sergi Carreras i Sala" userId="cace1fa3a892e459" providerId="LiveId" clId="{0AC4E1A3-44B8-4538-BF53-150B8E9BE04F}" dt="2021-11-08T11:26:50.343" v="134" actId="478"/>
          <ac:picMkLst>
            <pc:docMk/>
            <pc:sldMk cId="114811187" sldId="260"/>
            <ac:picMk id="5" creationId="{A10C6C4D-56B9-4410-9830-789654D7428A}"/>
          </ac:picMkLst>
        </pc:picChg>
        <pc:picChg chg="add mod">
          <ac:chgData name="Sergi Carreras i Sala" userId="cace1fa3a892e459" providerId="LiveId" clId="{0AC4E1A3-44B8-4538-BF53-150B8E9BE04F}" dt="2021-11-08T11:26:55.565" v="136" actId="1440"/>
          <ac:picMkLst>
            <pc:docMk/>
            <pc:sldMk cId="114811187" sldId="260"/>
            <ac:picMk id="8" creationId="{BE0BE326-E933-4851-B864-C30BDC1326B0}"/>
          </ac:picMkLst>
        </pc:picChg>
        <pc:picChg chg="del">
          <ac:chgData name="Sergi Carreras i Sala" userId="cace1fa3a892e459" providerId="LiveId" clId="{0AC4E1A3-44B8-4538-BF53-150B8E9BE04F}" dt="2021-11-08T11:23:05.870" v="40" actId="478"/>
          <ac:picMkLst>
            <pc:docMk/>
            <pc:sldMk cId="114811187" sldId="260"/>
            <ac:picMk id="11" creationId="{7367AEB5-BB7B-488C-B7C2-E449E06EFE4D}"/>
          </ac:picMkLst>
        </pc:picChg>
      </pc:sldChg>
      <pc:sldChg chg="del">
        <pc:chgData name="Sergi Carreras i Sala" userId="cace1fa3a892e459" providerId="LiveId" clId="{0AC4E1A3-44B8-4538-BF53-150B8E9BE04F}" dt="2021-11-08T11:22:56.695" v="38" actId="47"/>
        <pc:sldMkLst>
          <pc:docMk/>
          <pc:sldMk cId="1567088870" sldId="260"/>
        </pc:sldMkLst>
      </pc:sldChg>
      <pc:sldChg chg="addSp modSp add mod">
        <pc:chgData name="Sergi Carreras i Sala" userId="cace1fa3a892e459" providerId="LiveId" clId="{0AC4E1A3-44B8-4538-BF53-150B8E9BE04F}" dt="2021-11-08T11:55:36.921" v="517" actId="1076"/>
        <pc:sldMkLst>
          <pc:docMk/>
          <pc:sldMk cId="177499015" sldId="261"/>
        </pc:sldMkLst>
        <pc:spChg chg="mod">
          <ac:chgData name="Sergi Carreras i Sala" userId="cace1fa3a892e459" providerId="LiveId" clId="{0AC4E1A3-44B8-4538-BF53-150B8E9BE04F}" dt="2021-11-08T11:55:00.321" v="515" actId="1076"/>
          <ac:spMkLst>
            <pc:docMk/>
            <pc:sldMk cId="177499015" sldId="261"/>
            <ac:spMk id="4" creationId="{00000000-0000-0000-0000-000000000000}"/>
          </ac:spMkLst>
        </pc:spChg>
        <pc:spChg chg="add mod">
          <ac:chgData name="Sergi Carreras i Sala" userId="cace1fa3a892e459" providerId="LiveId" clId="{0AC4E1A3-44B8-4538-BF53-150B8E9BE04F}" dt="2021-11-08T11:55:36.921" v="517" actId="1076"/>
          <ac:spMkLst>
            <pc:docMk/>
            <pc:sldMk cId="177499015" sldId="261"/>
            <ac:spMk id="8" creationId="{FA428FE9-1765-4264-864B-494AB7FE9F53}"/>
          </ac:spMkLst>
        </pc:spChg>
      </pc:sldChg>
      <pc:sldChg chg="del">
        <pc:chgData name="Sergi Carreras i Sala" userId="cace1fa3a892e459" providerId="LiveId" clId="{0AC4E1A3-44B8-4538-BF53-150B8E9BE04F}" dt="2021-11-08T11:22:56.695" v="38" actId="47"/>
        <pc:sldMkLst>
          <pc:docMk/>
          <pc:sldMk cId="1542978660" sldId="261"/>
        </pc:sldMkLst>
      </pc:sldChg>
      <pc:sldChg chg="del">
        <pc:chgData name="Sergi Carreras i Sala" userId="cace1fa3a892e459" providerId="LiveId" clId="{0AC4E1A3-44B8-4538-BF53-150B8E9BE04F}" dt="2021-11-08T11:22:56.695" v="38" actId="47"/>
        <pc:sldMkLst>
          <pc:docMk/>
          <pc:sldMk cId="3465632956" sldId="262"/>
        </pc:sldMkLst>
      </pc:sldChg>
      <pc:sldChg chg="addSp delSp modSp add mod">
        <pc:chgData name="Sergi Carreras i Sala" userId="cace1fa3a892e459" providerId="LiveId" clId="{0AC4E1A3-44B8-4538-BF53-150B8E9BE04F}" dt="2021-11-08T11:43:45.043" v="353" actId="1076"/>
        <pc:sldMkLst>
          <pc:docMk/>
          <pc:sldMk cId="3962583802" sldId="262"/>
        </pc:sldMkLst>
        <pc:spChg chg="add mod">
          <ac:chgData name="Sergi Carreras i Sala" userId="cace1fa3a892e459" providerId="LiveId" clId="{0AC4E1A3-44B8-4538-BF53-150B8E9BE04F}" dt="2021-11-08T11:43:42.147" v="351" actId="1076"/>
          <ac:spMkLst>
            <pc:docMk/>
            <pc:sldMk cId="3962583802" sldId="262"/>
            <ac:spMk id="3" creationId="{42BD7D23-5ED4-4175-BEAA-8E1B8D0B1F54}"/>
          </ac:spMkLst>
        </pc:spChg>
        <pc:spChg chg="add mod">
          <ac:chgData name="Sergi Carreras i Sala" userId="cace1fa3a892e459" providerId="LiveId" clId="{0AC4E1A3-44B8-4538-BF53-150B8E9BE04F}" dt="2021-11-08T11:29:56.881" v="185" actId="1076"/>
          <ac:spMkLst>
            <pc:docMk/>
            <pc:sldMk cId="3962583802" sldId="262"/>
            <ac:spMk id="9" creationId="{2F154C9E-DB02-424B-B532-29DFF0191C20}"/>
          </ac:spMkLst>
        </pc:spChg>
        <pc:picChg chg="add mod">
          <ac:chgData name="Sergi Carreras i Sala" userId="cace1fa3a892e459" providerId="LiveId" clId="{0AC4E1A3-44B8-4538-BF53-150B8E9BE04F}" dt="2021-11-08T11:43:45.043" v="353" actId="1076"/>
          <ac:picMkLst>
            <pc:docMk/>
            <pc:sldMk cId="3962583802" sldId="262"/>
            <ac:picMk id="6" creationId="{FFB47024-CF15-47CA-A657-4F5FB5CC36CD}"/>
          </ac:picMkLst>
        </pc:picChg>
        <pc:picChg chg="del">
          <ac:chgData name="Sergi Carreras i Sala" userId="cace1fa3a892e459" providerId="LiveId" clId="{0AC4E1A3-44B8-4538-BF53-150B8E9BE04F}" dt="2021-11-08T11:28:39.355" v="176" actId="478"/>
          <ac:picMkLst>
            <pc:docMk/>
            <pc:sldMk cId="3962583802" sldId="262"/>
            <ac:picMk id="8" creationId="{BE0BE326-E933-4851-B864-C30BDC1326B0}"/>
          </ac:picMkLst>
        </pc:picChg>
      </pc:sldChg>
      <pc:sldChg chg="addSp delSp modSp add mod">
        <pc:chgData name="Sergi Carreras i Sala" userId="cace1fa3a892e459" providerId="LiveId" clId="{0AC4E1A3-44B8-4538-BF53-150B8E9BE04F}" dt="2021-11-08T11:44:52.569" v="359" actId="1076"/>
        <pc:sldMkLst>
          <pc:docMk/>
          <pc:sldMk cId="945627696" sldId="263"/>
        </pc:sldMkLst>
        <pc:spChg chg="add del mod">
          <ac:chgData name="Sergi Carreras i Sala" userId="cace1fa3a892e459" providerId="LiveId" clId="{0AC4E1A3-44B8-4538-BF53-150B8E9BE04F}" dt="2021-11-08T11:44:49.065" v="358" actId="1076"/>
          <ac:spMkLst>
            <pc:docMk/>
            <pc:sldMk cId="945627696" sldId="263"/>
            <ac:spMk id="2" creationId="{25ACB62E-5231-4AC1-A8CE-FE457BE12FC3}"/>
          </ac:spMkLst>
        </pc:spChg>
        <pc:spChg chg="add del mod">
          <ac:chgData name="Sergi Carreras i Sala" userId="cace1fa3a892e459" providerId="LiveId" clId="{0AC4E1A3-44B8-4538-BF53-150B8E9BE04F}" dt="2021-11-08T11:33:26.900" v="234" actId="478"/>
          <ac:spMkLst>
            <pc:docMk/>
            <pc:sldMk cId="945627696" sldId="263"/>
            <ac:spMk id="3" creationId="{42BD7D23-5ED4-4175-BEAA-8E1B8D0B1F54}"/>
          </ac:spMkLst>
        </pc:spChg>
        <pc:picChg chg="add mod">
          <ac:chgData name="Sergi Carreras i Sala" userId="cace1fa3a892e459" providerId="LiveId" clId="{0AC4E1A3-44B8-4538-BF53-150B8E9BE04F}" dt="2021-11-08T11:44:52.569" v="359" actId="1076"/>
          <ac:picMkLst>
            <pc:docMk/>
            <pc:sldMk cId="945627696" sldId="263"/>
            <ac:picMk id="6" creationId="{207F108B-78EC-4646-8854-DAC58473FFC5}"/>
          </ac:picMkLst>
        </pc:picChg>
      </pc:sldChg>
      <pc:sldChg chg="del">
        <pc:chgData name="Sergi Carreras i Sala" userId="cace1fa3a892e459" providerId="LiveId" clId="{0AC4E1A3-44B8-4538-BF53-150B8E9BE04F}" dt="2021-11-08T11:22:56.695" v="38" actId="47"/>
        <pc:sldMkLst>
          <pc:docMk/>
          <pc:sldMk cId="2389613406" sldId="263"/>
        </pc:sldMkLst>
      </pc:sldChg>
      <pc:sldChg chg="addSp delSp modSp add mod">
        <pc:chgData name="Sergi Carreras i Sala" userId="cace1fa3a892e459" providerId="LiveId" clId="{0AC4E1A3-44B8-4538-BF53-150B8E9BE04F}" dt="2021-11-08T11:46:48.277" v="368" actId="207"/>
        <pc:sldMkLst>
          <pc:docMk/>
          <pc:sldMk cId="3701751931" sldId="264"/>
        </pc:sldMkLst>
        <pc:spChg chg="del">
          <ac:chgData name="Sergi Carreras i Sala" userId="cace1fa3a892e459" providerId="LiveId" clId="{0AC4E1A3-44B8-4538-BF53-150B8E9BE04F}" dt="2021-11-08T11:38:26.689" v="260" actId="478"/>
          <ac:spMkLst>
            <pc:docMk/>
            <pc:sldMk cId="3701751931" sldId="264"/>
            <ac:spMk id="2" creationId="{25ACB62E-5231-4AC1-A8CE-FE457BE12FC3}"/>
          </ac:spMkLst>
        </pc:spChg>
        <pc:spChg chg="add mod">
          <ac:chgData name="Sergi Carreras i Sala" userId="cace1fa3a892e459" providerId="LiveId" clId="{0AC4E1A3-44B8-4538-BF53-150B8E9BE04F}" dt="2021-11-08T11:46:48.277" v="368" actId="207"/>
          <ac:spMkLst>
            <pc:docMk/>
            <pc:sldMk cId="3701751931" sldId="264"/>
            <ac:spMk id="3" creationId="{7F050983-7E97-4399-BED6-4F78B996867F}"/>
          </ac:spMkLst>
        </pc:spChg>
        <pc:picChg chg="add mod">
          <ac:chgData name="Sergi Carreras i Sala" userId="cace1fa3a892e459" providerId="LiveId" clId="{0AC4E1A3-44B8-4538-BF53-150B8E9BE04F}" dt="2021-11-08T11:46:11.350" v="365" actId="1076"/>
          <ac:picMkLst>
            <pc:docMk/>
            <pc:sldMk cId="3701751931" sldId="264"/>
            <ac:picMk id="6" creationId="{535201A6-53B2-4CD1-8BE3-F994690AB4CD}"/>
          </ac:picMkLst>
        </pc:picChg>
      </pc:sldChg>
      <pc:sldChg chg="del">
        <pc:chgData name="Sergi Carreras i Sala" userId="cace1fa3a892e459" providerId="LiveId" clId="{0AC4E1A3-44B8-4538-BF53-150B8E9BE04F}" dt="2021-11-08T11:22:56.695" v="38" actId="47"/>
        <pc:sldMkLst>
          <pc:docMk/>
          <pc:sldMk cId="3796439797" sldId="264"/>
        </pc:sldMkLst>
      </pc:sldChg>
      <pc:sldChg chg="addSp delSp modSp add mod">
        <pc:chgData name="Sergi Carreras i Sala" userId="cace1fa3a892e459" providerId="LiveId" clId="{0AC4E1A3-44B8-4538-BF53-150B8E9BE04F}" dt="2021-11-08T11:52:33.636" v="476" actId="1076"/>
        <pc:sldMkLst>
          <pc:docMk/>
          <pc:sldMk cId="2571587086" sldId="265"/>
        </pc:sldMkLst>
        <pc:spChg chg="del mod">
          <ac:chgData name="Sergi Carreras i Sala" userId="cace1fa3a892e459" providerId="LiveId" clId="{0AC4E1A3-44B8-4538-BF53-150B8E9BE04F}" dt="2021-11-08T11:49:47.817" v="371" actId="478"/>
          <ac:spMkLst>
            <pc:docMk/>
            <pc:sldMk cId="2571587086" sldId="265"/>
            <ac:spMk id="3" creationId="{7F050983-7E97-4399-BED6-4F78B996867F}"/>
          </ac:spMkLst>
        </pc:spChg>
        <pc:spChg chg="add mod">
          <ac:chgData name="Sergi Carreras i Sala" userId="cace1fa3a892e459" providerId="LiveId" clId="{0AC4E1A3-44B8-4538-BF53-150B8E9BE04F}" dt="2021-11-08T11:51:06.299" v="377" actId="1076"/>
          <ac:spMkLst>
            <pc:docMk/>
            <pc:sldMk cId="2571587086" sldId="265"/>
            <ac:spMk id="8" creationId="{1C6E3FC6-5205-436A-837C-60DEDEEEDAA4}"/>
          </ac:spMkLst>
        </pc:spChg>
        <pc:spChg chg="add mod">
          <ac:chgData name="Sergi Carreras i Sala" userId="cace1fa3a892e459" providerId="LiveId" clId="{0AC4E1A3-44B8-4538-BF53-150B8E9BE04F}" dt="2021-11-08T11:52:33.636" v="476" actId="1076"/>
          <ac:spMkLst>
            <pc:docMk/>
            <pc:sldMk cId="2571587086" sldId="265"/>
            <ac:spMk id="13" creationId="{3953293E-2964-4685-8D6C-81B5E2212F8A}"/>
          </ac:spMkLst>
        </pc:spChg>
        <pc:picChg chg="add mod">
          <ac:chgData name="Sergi Carreras i Sala" userId="cace1fa3a892e459" providerId="LiveId" clId="{0AC4E1A3-44B8-4538-BF53-150B8E9BE04F}" dt="2021-11-08T11:49:56.369" v="374" actId="1440"/>
          <ac:picMkLst>
            <pc:docMk/>
            <pc:sldMk cId="2571587086" sldId="265"/>
            <ac:picMk id="5" creationId="{41C77838-CEAA-4859-82D6-B1381697666B}"/>
          </ac:picMkLst>
        </pc:picChg>
        <pc:picChg chg="del">
          <ac:chgData name="Sergi Carreras i Sala" userId="cace1fa3a892e459" providerId="LiveId" clId="{0AC4E1A3-44B8-4538-BF53-150B8E9BE04F}" dt="2021-11-08T11:49:51.209" v="373" actId="478"/>
          <ac:picMkLst>
            <pc:docMk/>
            <pc:sldMk cId="2571587086" sldId="265"/>
            <ac:picMk id="6" creationId="{535201A6-53B2-4CD1-8BE3-F994690AB4CD}"/>
          </ac:picMkLst>
        </pc:picChg>
      </pc:sldChg>
      <pc:sldChg chg="del">
        <pc:chgData name="Sergi Carreras i Sala" userId="cace1fa3a892e459" providerId="LiveId" clId="{0AC4E1A3-44B8-4538-BF53-150B8E9BE04F}" dt="2021-11-08T11:22:56.695" v="38" actId="47"/>
        <pc:sldMkLst>
          <pc:docMk/>
          <pc:sldMk cId="3501393759" sldId="265"/>
        </pc:sldMkLst>
      </pc:sldChg>
      <pc:sldChg chg="del">
        <pc:chgData name="Sergi Carreras i Sala" userId="cace1fa3a892e459" providerId="LiveId" clId="{0AC4E1A3-44B8-4538-BF53-150B8E9BE04F}" dt="2021-11-08T11:22:56.695" v="38" actId="47"/>
        <pc:sldMkLst>
          <pc:docMk/>
          <pc:sldMk cId="148520313" sldId="266"/>
        </pc:sldMkLst>
      </pc:sldChg>
      <pc:sldChg chg="del">
        <pc:chgData name="Sergi Carreras i Sala" userId="cace1fa3a892e459" providerId="LiveId" clId="{0AC4E1A3-44B8-4538-BF53-150B8E9BE04F}" dt="2021-11-08T11:22:56.695" v="38" actId="47"/>
        <pc:sldMkLst>
          <pc:docMk/>
          <pc:sldMk cId="1175577920" sldId="267"/>
        </pc:sldMkLst>
      </pc:sldChg>
    </pc:docChg>
  </pc:docChgLst>
  <pc:docChgLst>
    <pc:chgData name="Sergi Carreras i Sala" userId="cace1fa3a892e459" providerId="LiveId" clId="{C8D6A34E-7F44-493A-9D22-872E4D726862}"/>
    <pc:docChg chg="custSel addSld delSld modSld">
      <pc:chgData name="Sergi Carreras i Sala" userId="cace1fa3a892e459" providerId="LiveId" clId="{C8D6A34E-7F44-493A-9D22-872E4D726862}" dt="2021-10-06T15:08:04.600" v="586" actId="1076"/>
      <pc:docMkLst>
        <pc:docMk/>
      </pc:docMkLst>
      <pc:sldChg chg="addSp delSp modSp mod">
        <pc:chgData name="Sergi Carreras i Sala" userId="cace1fa3a892e459" providerId="LiveId" clId="{C8D6A34E-7F44-493A-9D22-872E4D726862}" dt="2021-10-06T14:59:30.427" v="323" actId="1076"/>
        <pc:sldMkLst>
          <pc:docMk/>
          <pc:sldMk cId="0" sldId="256"/>
        </pc:sldMkLst>
        <pc:spChg chg="mod">
          <ac:chgData name="Sergi Carreras i Sala" userId="cace1fa3a892e459" providerId="LiveId" clId="{C8D6A34E-7F44-493A-9D22-872E4D726862}" dt="2021-10-06T14:52:18.651" v="37" actId="20577"/>
          <ac:spMkLst>
            <pc:docMk/>
            <pc:sldMk cId="0" sldId="256"/>
            <ac:spMk id="8" creationId="{00000000-0000-0000-0000-000000000000}"/>
          </ac:spMkLst>
        </pc:spChg>
        <pc:picChg chg="add del mod">
          <ac:chgData name="Sergi Carreras i Sala" userId="cace1fa3a892e459" providerId="LiveId" clId="{C8D6A34E-7F44-493A-9D22-872E4D726862}" dt="2021-10-06T14:59:01.756" v="319" actId="21"/>
          <ac:picMkLst>
            <pc:docMk/>
            <pc:sldMk cId="0" sldId="256"/>
            <ac:picMk id="3" creationId="{09EDE777-FC3E-4DD5-B5A5-D402DD6125D4}"/>
          </ac:picMkLst>
        </pc:picChg>
        <pc:picChg chg="add mod">
          <ac:chgData name="Sergi Carreras i Sala" userId="cace1fa3a892e459" providerId="LiveId" clId="{C8D6A34E-7F44-493A-9D22-872E4D726862}" dt="2021-10-06T14:59:30.427" v="323" actId="1076"/>
          <ac:picMkLst>
            <pc:docMk/>
            <pc:sldMk cId="0" sldId="256"/>
            <ac:picMk id="6" creationId="{4AFB58FB-5127-4ECF-B567-F2216A0624A3}"/>
          </ac:picMkLst>
        </pc:picChg>
      </pc:sldChg>
      <pc:sldChg chg="addSp delSp modSp mod">
        <pc:chgData name="Sergi Carreras i Sala" userId="cace1fa3a892e459" providerId="LiveId" clId="{C8D6A34E-7F44-493A-9D22-872E4D726862}" dt="2021-10-06T15:01:17.115" v="442" actId="20577"/>
        <pc:sldMkLst>
          <pc:docMk/>
          <pc:sldMk cId="1711673559" sldId="259"/>
        </pc:sldMkLst>
        <pc:spChg chg="mod">
          <ac:chgData name="Sergi Carreras i Sala" userId="cace1fa3a892e459" providerId="LiveId" clId="{C8D6A34E-7F44-493A-9D22-872E4D726862}" dt="2021-10-06T15:01:17.115" v="442" actId="20577"/>
          <ac:spMkLst>
            <pc:docMk/>
            <pc:sldMk cId="1711673559" sldId="259"/>
            <ac:spMk id="3" creationId="{00000000-0000-0000-0000-000000000000}"/>
          </ac:spMkLst>
        </pc:spChg>
        <pc:spChg chg="mod">
          <ac:chgData name="Sergi Carreras i Sala" userId="cace1fa3a892e459" providerId="LiveId" clId="{C8D6A34E-7F44-493A-9D22-872E4D726862}" dt="2021-10-06T14:55:21.913" v="240" actId="14100"/>
          <ac:spMkLst>
            <pc:docMk/>
            <pc:sldMk cId="1711673559" sldId="259"/>
            <ac:spMk id="9" creationId="{00000000-0000-0000-0000-000000000000}"/>
          </ac:spMkLst>
        </pc:spChg>
        <pc:picChg chg="del">
          <ac:chgData name="Sergi Carreras i Sala" userId="cace1fa3a892e459" providerId="LiveId" clId="{C8D6A34E-7F44-493A-9D22-872E4D726862}" dt="2021-10-06T14:54:05.827" v="224" actId="478"/>
          <ac:picMkLst>
            <pc:docMk/>
            <pc:sldMk cId="1711673559" sldId="259"/>
            <ac:picMk id="8" creationId="{00000000-0000-0000-0000-000000000000}"/>
          </ac:picMkLst>
        </pc:picChg>
        <pc:picChg chg="add mod">
          <ac:chgData name="Sergi Carreras i Sala" userId="cace1fa3a892e459" providerId="LiveId" clId="{C8D6A34E-7F44-493A-9D22-872E4D726862}" dt="2021-10-06T14:59:08.738" v="321" actId="1076"/>
          <ac:picMkLst>
            <pc:docMk/>
            <pc:sldMk cId="1711673559" sldId="259"/>
            <ac:picMk id="11" creationId="{7367AEB5-BB7B-488C-B7C2-E449E06EFE4D}"/>
          </ac:picMkLst>
        </pc:picChg>
      </pc:sldChg>
      <pc:sldChg chg="addSp delSp modSp add mod">
        <pc:chgData name="Sergi Carreras i Sala" userId="cace1fa3a892e459" providerId="LiveId" clId="{C8D6A34E-7F44-493A-9D22-872E4D726862}" dt="2021-10-06T15:02:01.858" v="446" actId="1076"/>
        <pc:sldMkLst>
          <pc:docMk/>
          <pc:sldMk cId="1567088870" sldId="260"/>
        </pc:sldMkLst>
        <pc:spChg chg="del">
          <ac:chgData name="Sergi Carreras i Sala" userId="cace1fa3a892e459" providerId="LiveId" clId="{C8D6A34E-7F44-493A-9D22-872E4D726862}" dt="2021-10-06T14:54:57.246" v="226" actId="478"/>
          <ac:spMkLst>
            <pc:docMk/>
            <pc:sldMk cId="1567088870" sldId="260"/>
            <ac:spMk id="3" creationId="{00000000-0000-0000-0000-000000000000}"/>
          </ac:spMkLst>
        </pc:spChg>
        <pc:spChg chg="mod">
          <ac:chgData name="Sergi Carreras i Sala" userId="cace1fa3a892e459" providerId="LiveId" clId="{C8D6A34E-7F44-493A-9D22-872E4D726862}" dt="2021-10-06T14:55:46.593" v="271" actId="20577"/>
          <ac:spMkLst>
            <pc:docMk/>
            <pc:sldMk cId="1567088870" sldId="260"/>
            <ac:spMk id="4" creationId="{00000000-0000-0000-0000-000000000000}"/>
          </ac:spMkLst>
        </pc:spChg>
        <pc:spChg chg="del">
          <ac:chgData name="Sergi Carreras i Sala" userId="cace1fa3a892e459" providerId="LiveId" clId="{C8D6A34E-7F44-493A-9D22-872E4D726862}" dt="2021-10-06T14:55:26.007" v="241" actId="478"/>
          <ac:spMkLst>
            <pc:docMk/>
            <pc:sldMk cId="1567088870" sldId="260"/>
            <ac:spMk id="9" creationId="{00000000-0000-0000-0000-000000000000}"/>
          </ac:spMkLst>
        </pc:spChg>
        <pc:spChg chg="add mod">
          <ac:chgData name="Sergi Carreras i Sala" userId="cace1fa3a892e459" providerId="LiveId" clId="{C8D6A34E-7F44-493A-9D22-872E4D726862}" dt="2021-10-06T14:55:31.534" v="242"/>
          <ac:spMkLst>
            <pc:docMk/>
            <pc:sldMk cId="1567088870" sldId="260"/>
            <ac:spMk id="11" creationId="{0452AE94-70F8-42FD-BF9A-3ECAE4862716}"/>
          </ac:spMkLst>
        </pc:spChg>
        <pc:spChg chg="add mod">
          <ac:chgData name="Sergi Carreras i Sala" userId="cace1fa3a892e459" providerId="LiveId" clId="{C8D6A34E-7F44-493A-9D22-872E4D726862}" dt="2021-10-06T15:02:01.858" v="446" actId="1076"/>
          <ac:spMkLst>
            <pc:docMk/>
            <pc:sldMk cId="1567088870" sldId="260"/>
            <ac:spMk id="12" creationId="{34A3DA1D-ECD9-438A-8976-04259B7FCADD}"/>
          </ac:spMkLst>
        </pc:spChg>
        <pc:picChg chg="add del mod">
          <ac:chgData name="Sergi Carreras i Sala" userId="cace1fa3a892e459" providerId="LiveId" clId="{C8D6A34E-7F44-493A-9D22-872E4D726862}" dt="2021-10-06T14:57:35.567" v="313" actId="478"/>
          <ac:picMkLst>
            <pc:docMk/>
            <pc:sldMk cId="1567088870" sldId="260"/>
            <ac:picMk id="5" creationId="{E8BEB29D-B362-458D-95D6-C1164E927728}"/>
          </ac:picMkLst>
        </pc:picChg>
        <pc:picChg chg="add mod">
          <ac:chgData name="Sergi Carreras i Sala" userId="cace1fa3a892e459" providerId="LiveId" clId="{C8D6A34E-7F44-493A-9D22-872E4D726862}" dt="2021-10-06T15:01:57.211" v="445" actId="1076"/>
          <ac:picMkLst>
            <pc:docMk/>
            <pc:sldMk cId="1567088870" sldId="260"/>
            <ac:picMk id="8" creationId="{03AB69D8-DCE2-45A6-8E46-9D515B0764C5}"/>
          </ac:picMkLst>
        </pc:picChg>
      </pc:sldChg>
      <pc:sldChg chg="del">
        <pc:chgData name="Sergi Carreras i Sala" userId="cace1fa3a892e459" providerId="LiveId" clId="{C8D6A34E-7F44-493A-9D22-872E4D726862}" dt="2021-10-06T14:52:27.422" v="38" actId="47"/>
        <pc:sldMkLst>
          <pc:docMk/>
          <pc:sldMk cId="2852792234" sldId="260"/>
        </pc:sldMkLst>
      </pc:sldChg>
      <pc:sldChg chg="delSp modSp add mod">
        <pc:chgData name="Sergi Carreras i Sala" userId="cace1fa3a892e459" providerId="LiveId" clId="{C8D6A34E-7F44-493A-9D22-872E4D726862}" dt="2021-10-06T15:02:52.378" v="524" actId="20577"/>
        <pc:sldMkLst>
          <pc:docMk/>
          <pc:sldMk cId="1542978660" sldId="261"/>
        </pc:sldMkLst>
        <pc:spChg chg="mod">
          <ac:chgData name="Sergi Carreras i Sala" userId="cace1fa3a892e459" providerId="LiveId" clId="{C8D6A34E-7F44-493A-9D22-872E4D726862}" dt="2021-10-06T15:02:52.378" v="524" actId="20577"/>
          <ac:spMkLst>
            <pc:docMk/>
            <pc:sldMk cId="1542978660" sldId="261"/>
            <ac:spMk id="4" creationId="{00000000-0000-0000-0000-000000000000}"/>
          </ac:spMkLst>
        </pc:spChg>
        <pc:spChg chg="del">
          <ac:chgData name="Sergi Carreras i Sala" userId="cace1fa3a892e459" providerId="LiveId" clId="{C8D6A34E-7F44-493A-9D22-872E4D726862}" dt="2021-10-06T14:57:42.344" v="314" actId="478"/>
          <ac:spMkLst>
            <pc:docMk/>
            <pc:sldMk cId="1542978660" sldId="261"/>
            <ac:spMk id="12" creationId="{34A3DA1D-ECD9-438A-8976-04259B7FCADD}"/>
          </ac:spMkLst>
        </pc:spChg>
      </pc:sldChg>
      <pc:sldChg chg="del">
        <pc:chgData name="Sergi Carreras i Sala" userId="cace1fa3a892e459" providerId="LiveId" clId="{C8D6A34E-7F44-493A-9D22-872E4D726862}" dt="2021-10-06T14:52:27.422" v="38" actId="47"/>
        <pc:sldMkLst>
          <pc:docMk/>
          <pc:sldMk cId="2352631511" sldId="261"/>
        </pc:sldMkLst>
      </pc:sldChg>
      <pc:sldChg chg="addSp delSp modSp add mod">
        <pc:chgData name="Sergi Carreras i Sala" userId="cace1fa3a892e459" providerId="LiveId" clId="{C8D6A34E-7F44-493A-9D22-872E4D726862}" dt="2021-10-06T15:08:04.600" v="586" actId="1076"/>
        <pc:sldMkLst>
          <pc:docMk/>
          <pc:sldMk cId="3465632956" sldId="262"/>
        </pc:sldMkLst>
        <pc:spChg chg="mod">
          <ac:chgData name="Sergi Carreras i Sala" userId="cace1fa3a892e459" providerId="LiveId" clId="{C8D6A34E-7F44-493A-9D22-872E4D726862}" dt="2021-10-06T15:03:48.249" v="569" actId="20577"/>
          <ac:spMkLst>
            <pc:docMk/>
            <pc:sldMk cId="3465632956" sldId="262"/>
            <ac:spMk id="4" creationId="{00000000-0000-0000-0000-000000000000}"/>
          </ac:spMkLst>
        </pc:spChg>
        <pc:picChg chg="add mod">
          <ac:chgData name="Sergi Carreras i Sala" userId="cace1fa3a892e459" providerId="LiveId" clId="{C8D6A34E-7F44-493A-9D22-872E4D726862}" dt="2021-10-06T15:07:32.885" v="579" actId="1076"/>
          <ac:picMkLst>
            <pc:docMk/>
            <pc:sldMk cId="3465632956" sldId="262"/>
            <ac:picMk id="3" creationId="{921AB5F5-5411-4609-B347-ECEC7739B2EE}"/>
          </ac:picMkLst>
        </pc:picChg>
        <pc:picChg chg="del">
          <ac:chgData name="Sergi Carreras i Sala" userId="cace1fa3a892e459" providerId="LiveId" clId="{C8D6A34E-7F44-493A-9D22-872E4D726862}" dt="2021-10-06T15:03:38.332" v="526" actId="478"/>
          <ac:picMkLst>
            <pc:docMk/>
            <pc:sldMk cId="3465632956" sldId="262"/>
            <ac:picMk id="5" creationId="{E8BEB29D-B362-458D-95D6-C1164E927728}"/>
          </ac:picMkLst>
        </pc:picChg>
        <pc:picChg chg="add mod">
          <ac:chgData name="Sergi Carreras i Sala" userId="cace1fa3a892e459" providerId="LiveId" clId="{C8D6A34E-7F44-493A-9D22-872E4D726862}" dt="2021-10-06T15:07:38.015" v="581" actId="14100"/>
          <ac:picMkLst>
            <pc:docMk/>
            <pc:sldMk cId="3465632956" sldId="262"/>
            <ac:picMk id="8" creationId="{7B0128A7-C345-4D98-AF73-99776C0345C6}"/>
          </ac:picMkLst>
        </pc:picChg>
        <pc:picChg chg="add mod">
          <ac:chgData name="Sergi Carreras i Sala" userId="cace1fa3a892e459" providerId="LiveId" clId="{C8D6A34E-7F44-493A-9D22-872E4D726862}" dt="2021-10-06T15:08:04.600" v="586" actId="1076"/>
          <ac:picMkLst>
            <pc:docMk/>
            <pc:sldMk cId="3465632956" sldId="262"/>
            <ac:picMk id="12" creationId="{315D7B9B-E4E6-45B9-BF4D-0A368C3CFF04}"/>
          </ac:picMkLst>
        </pc:picChg>
      </pc:sldChg>
      <pc:sldChg chg="del">
        <pc:chgData name="Sergi Carreras i Sala" userId="cace1fa3a892e459" providerId="LiveId" clId="{C8D6A34E-7F44-493A-9D22-872E4D726862}" dt="2021-10-06T14:52:27.422" v="38" actId="47"/>
        <pc:sldMkLst>
          <pc:docMk/>
          <pc:sldMk cId="4075372255" sldId="262"/>
        </pc:sldMkLst>
      </pc:sldChg>
      <pc:sldChg chg="del">
        <pc:chgData name="Sergi Carreras i Sala" userId="cace1fa3a892e459" providerId="LiveId" clId="{C8D6A34E-7F44-493A-9D22-872E4D726862}" dt="2021-10-06T14:52:27.422" v="38" actId="47"/>
        <pc:sldMkLst>
          <pc:docMk/>
          <pc:sldMk cId="3473360799" sldId="263"/>
        </pc:sldMkLst>
      </pc:sldChg>
      <pc:sldChg chg="del">
        <pc:chgData name="Sergi Carreras i Sala" userId="cace1fa3a892e459" providerId="LiveId" clId="{C8D6A34E-7F44-493A-9D22-872E4D726862}" dt="2021-10-06T14:52:27.422" v="38" actId="47"/>
        <pc:sldMkLst>
          <pc:docMk/>
          <pc:sldMk cId="755302874" sldId="264"/>
        </pc:sldMkLst>
      </pc:sldChg>
      <pc:sldChg chg="del">
        <pc:chgData name="Sergi Carreras i Sala" userId="cace1fa3a892e459" providerId="LiveId" clId="{C8D6A34E-7F44-493A-9D22-872E4D726862}" dt="2021-10-06T14:52:27.422" v="38" actId="47"/>
        <pc:sldMkLst>
          <pc:docMk/>
          <pc:sldMk cId="795260733" sldId="267"/>
        </pc:sldMkLst>
      </pc:sldChg>
      <pc:sldChg chg="del">
        <pc:chgData name="Sergi Carreras i Sala" userId="cace1fa3a892e459" providerId="LiveId" clId="{C8D6A34E-7F44-493A-9D22-872E4D726862}" dt="2021-10-06T14:52:27.422" v="38" actId="47"/>
        <pc:sldMkLst>
          <pc:docMk/>
          <pc:sldMk cId="24267608" sldId="279"/>
        </pc:sldMkLst>
      </pc:sldChg>
      <pc:sldChg chg="del">
        <pc:chgData name="Sergi Carreras i Sala" userId="cace1fa3a892e459" providerId="LiveId" clId="{C8D6A34E-7F44-493A-9D22-872E4D726862}" dt="2021-10-06T14:52:27.422" v="38" actId="47"/>
        <pc:sldMkLst>
          <pc:docMk/>
          <pc:sldMk cId="3643011561"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F4F9F2-B2C7-4C02-86A8-A17502C795DB}" type="datetimeFigureOut">
              <a:rPr lang="es-ES" smtClean="0"/>
              <a:pPr/>
              <a:t>15/11/2025</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02DDC8-1446-4874-92EF-0910CBB95528}" type="slidenum">
              <a:rPr lang="es-ES" smtClean="0"/>
              <a:pPr/>
              <a:t>‹Nº›</a:t>
            </a:fld>
            <a:endParaRPr lang="es-ES"/>
          </a:p>
        </p:txBody>
      </p:sp>
    </p:spTree>
    <p:extLst>
      <p:ext uri="{BB962C8B-B14F-4D97-AF65-F5344CB8AC3E}">
        <p14:creationId xmlns:p14="http://schemas.microsoft.com/office/powerpoint/2010/main" val="122696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ca-ES"/>
          </a:p>
        </p:txBody>
      </p:sp>
      <p:sp>
        <p:nvSpPr>
          <p:cNvPr id="4" name="Marcador de número de diapositiva 3"/>
          <p:cNvSpPr>
            <a:spLocks noGrp="1"/>
          </p:cNvSpPr>
          <p:nvPr>
            <p:ph type="sldNum" sz="quarter" idx="5"/>
          </p:nvPr>
        </p:nvSpPr>
        <p:spPr/>
        <p:txBody>
          <a:bodyPr/>
          <a:lstStyle/>
          <a:p>
            <a:fld id="{2E02DDC8-1446-4874-92EF-0910CBB95528}" type="slidenum">
              <a:rPr lang="es-ES" smtClean="0"/>
              <a:pPr/>
              <a:t>1</a:t>
            </a:fld>
            <a:endParaRPr lang="es-ES"/>
          </a:p>
        </p:txBody>
      </p:sp>
    </p:spTree>
    <p:extLst>
      <p:ext uri="{BB962C8B-B14F-4D97-AF65-F5344CB8AC3E}">
        <p14:creationId xmlns:p14="http://schemas.microsoft.com/office/powerpoint/2010/main" val="3522630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026DBECA-676F-47E1-90C8-A9E5EEA9C4F3}" type="datetime1">
              <a:rPr lang="es-ES" smtClean="0"/>
              <a:pPr/>
              <a:t>15/11/2025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C6038778-521D-4645-AE21-4F5609B5A49F}" type="datetime1">
              <a:rPr lang="es-ES" smtClean="0"/>
              <a:pPr/>
              <a:t>15/11/2025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842D8C86-CF60-48C0-995B-D3C15E87F183}" type="datetime1">
              <a:rPr lang="es-ES" smtClean="0"/>
              <a:pPr/>
              <a:t>15/11/2025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D4A5FD65-67AE-416B-BD2C-5E8D8DABFF2B}" type="datetime1">
              <a:rPr lang="es-ES" smtClean="0"/>
              <a:pPr/>
              <a:t>15/11/2025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D78AE554-9F91-490A-B9B6-49A71432DA8F}" type="datetime1">
              <a:rPr lang="es-ES" smtClean="0"/>
              <a:pPr/>
              <a:t>15/11/2025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F0F38470-3953-4C18-94D3-92630D02B8BB}" type="datetime1">
              <a:rPr lang="es-ES" smtClean="0"/>
              <a:pPr/>
              <a:t>15/11/2025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F7231BE-9423-43A4-86EB-16FB5AC8729C}" type="datetime1">
              <a:rPr lang="es-ES" smtClean="0"/>
              <a:pPr/>
              <a:t>15/11/2025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19CC8FCE-30D1-4184-BF74-097712FDB1D8}" type="datetime1">
              <a:rPr lang="es-ES" smtClean="0"/>
              <a:pPr/>
              <a:t>15/11/2025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9E153C4A-306D-4ADF-BBBC-1FFD8350BF1C}" type="datetime1">
              <a:rPr lang="es-ES" smtClean="0"/>
              <a:pPr/>
              <a:t>15/11/2025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AE9A65CE-86AE-4C7D-951B-CB248652CD46}" type="datetime1">
              <a:rPr lang="es-ES" smtClean="0"/>
              <a:pPr/>
              <a:t>15/11/2025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02D01722-A568-4DE2-B5E3-9329DC299A4C}" type="datetime1">
              <a:rPr lang="es-ES" smtClean="0"/>
              <a:pPr/>
              <a:t>15/11/2025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C0239955-C15B-41DB-967D-F8DF5C478B3E}"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61ED4C-3B3D-4DD5-9D2C-93A15B76367C}" type="datetime1">
              <a:rPr lang="es-ES" smtClean="0"/>
              <a:pPr/>
              <a:t>15/11/2025</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239955-C15B-41DB-967D-F8DF5C478B3E}"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a:t>
            </a:fld>
            <a:endParaRPr lang="es-ES"/>
          </a:p>
        </p:txBody>
      </p:sp>
      <p:sp>
        <p:nvSpPr>
          <p:cNvPr id="8" name="7 Rectángulo"/>
          <p:cNvSpPr/>
          <p:nvPr/>
        </p:nvSpPr>
        <p:spPr>
          <a:xfrm>
            <a:off x="617675" y="1412776"/>
            <a:ext cx="8280920" cy="5324535"/>
          </a:xfrm>
          <a:prstGeom prst="rect">
            <a:avLst/>
          </a:prstGeom>
        </p:spPr>
        <p:txBody>
          <a:bodyPr wrap="square">
            <a:spAutoFit/>
          </a:bodyPr>
          <a:lstStyle/>
          <a:p>
            <a:endParaRPr lang="ca-ES" sz="4800" dirty="0"/>
          </a:p>
          <a:p>
            <a:endParaRPr lang="ca-ES" sz="4800" dirty="0"/>
          </a:p>
          <a:p>
            <a:r>
              <a:rPr lang="ca-ES" sz="4800" dirty="0" err="1"/>
              <a:t>Flutter</a:t>
            </a:r>
            <a:r>
              <a:rPr lang="ca-ES" sz="4800" dirty="0"/>
              <a:t>  &gt;&gt; </a:t>
            </a:r>
            <a:r>
              <a:rPr lang="ca-ES" sz="4800" dirty="0" err="1"/>
              <a:t>Widgets</a:t>
            </a:r>
            <a:r>
              <a:rPr lang="ca-ES" sz="4800" dirty="0"/>
              <a:t>: </a:t>
            </a:r>
          </a:p>
          <a:p>
            <a:r>
              <a:rPr lang="ca-ES" sz="4800" dirty="0"/>
              <a:t>                      </a:t>
            </a:r>
            <a:r>
              <a:rPr lang="ca-ES" sz="4800" dirty="0" err="1"/>
              <a:t>Stateless</a:t>
            </a:r>
            <a:r>
              <a:rPr lang="ca-ES" sz="4800" dirty="0"/>
              <a:t> &amp; </a:t>
            </a:r>
            <a:r>
              <a:rPr lang="ca-ES" sz="4800" dirty="0" err="1"/>
              <a:t>Stateful</a:t>
            </a:r>
            <a:endParaRPr lang="ca-ES" sz="4800" dirty="0"/>
          </a:p>
          <a:p>
            <a:r>
              <a:rPr lang="ca-ES" sz="4800" dirty="0"/>
              <a:t>              &gt;&gt; 3 </a:t>
            </a:r>
            <a:r>
              <a:rPr lang="ca-ES" sz="4800" dirty="0" err="1"/>
              <a:t>tree</a:t>
            </a:r>
            <a:r>
              <a:rPr lang="ca-ES" sz="4800" dirty="0"/>
              <a:t> </a:t>
            </a:r>
            <a:r>
              <a:rPr lang="ca-ES" sz="4800" dirty="0" err="1"/>
              <a:t>architecture</a:t>
            </a:r>
            <a:r>
              <a:rPr lang="ca-ES" sz="4800" dirty="0"/>
              <a:t>   </a:t>
            </a:r>
            <a:endParaRPr lang="ca-ES" sz="2000" b="1" dirty="0"/>
          </a:p>
          <a:p>
            <a:endParaRPr lang="ca-ES" sz="2000" b="1" dirty="0"/>
          </a:p>
          <a:p>
            <a:r>
              <a:rPr lang="ca-ES" sz="2000" b="1" dirty="0"/>
              <a:t>Desenvolupament d’Aplicacions </a:t>
            </a:r>
            <a:r>
              <a:rPr lang="ca-ES" sz="2000" b="1" dirty="0" err="1"/>
              <a:t>Multiplataforma</a:t>
            </a:r>
            <a:endParaRPr lang="ca-ES" sz="2000" b="1" dirty="0"/>
          </a:p>
          <a:p>
            <a:endParaRPr lang="ca-ES" sz="2000" b="1" dirty="0"/>
          </a:p>
          <a:p>
            <a:r>
              <a:rPr lang="ca-ES" sz="2000" b="1" dirty="0"/>
              <a:t>Sergi Carreras i Sala</a:t>
            </a:r>
          </a:p>
          <a:p>
            <a:r>
              <a:rPr lang="ca-ES" sz="2000" b="1" dirty="0"/>
              <a:t>Salesians Sarrià – Barcelona				Curs 2025-2026</a:t>
            </a:r>
            <a:endParaRPr lang="es-ES" sz="2000" b="1" dirty="0"/>
          </a:p>
        </p:txBody>
      </p:sp>
      <p:pic>
        <p:nvPicPr>
          <p:cNvPr id="1026" name="Picture 2" descr="Salesians Sarrià"/>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8246" y="18959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Google Shape;87;p13"/>
          <p:cNvPicPr preferRelativeResize="0"/>
          <p:nvPr/>
        </p:nvPicPr>
        <p:blipFill>
          <a:blip r:embed="rId4">
            <a:alphaModFix/>
          </a:blip>
          <a:stretch>
            <a:fillRect/>
          </a:stretch>
        </p:blipFill>
        <p:spPr>
          <a:xfrm>
            <a:off x="6300192" y="-146195"/>
            <a:ext cx="2927700" cy="2927700"/>
          </a:xfrm>
          <a:prstGeom prst="rect">
            <a:avLst/>
          </a:prstGeom>
          <a:noFill/>
          <a:ln>
            <a:noFill/>
          </a:ln>
        </p:spPr>
      </p:pic>
      <p:pic>
        <p:nvPicPr>
          <p:cNvPr id="4098" name="Picture 2">
            <a:extLst>
              <a:ext uri="{FF2B5EF4-FFF2-40B4-BE49-F238E27FC236}">
                <a16:creationId xmlns:a16="http://schemas.microsoft.com/office/drawing/2014/main" id="{93B3663F-E4D3-4824-ACD2-13E8482044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1956" y="223250"/>
            <a:ext cx="4671244" cy="21888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2</a:t>
            </a:fld>
            <a:endParaRPr lang="es-ES"/>
          </a:p>
        </p:txBody>
      </p:sp>
      <p:sp>
        <p:nvSpPr>
          <p:cNvPr id="9" name="8 Rectángulo"/>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783" y="110860"/>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2"/>
          <p:cNvSpPr/>
          <p:nvPr/>
        </p:nvSpPr>
        <p:spPr>
          <a:xfrm>
            <a:off x="683568" y="1582341"/>
            <a:ext cx="7848872" cy="3693319"/>
          </a:xfrm>
          <a:prstGeom prst="rect">
            <a:avLst/>
          </a:prstGeom>
        </p:spPr>
        <p:txBody>
          <a:bodyPr wrap="square">
            <a:spAutoFit/>
          </a:bodyPr>
          <a:lstStyle/>
          <a:p>
            <a:pPr>
              <a:buFont typeface="Arial" panose="020B0604020202020204" pitchFamily="34" charset="0"/>
              <a:buChar char="•"/>
            </a:pPr>
            <a:endParaRPr lang="es-ES">
              <a:solidFill>
                <a:srgbClr val="111111"/>
              </a:solidFill>
              <a:latin typeface="Open sans"/>
            </a:endParaRPr>
          </a:p>
          <a:p>
            <a:pPr>
              <a:buFont typeface="Arial" panose="020B0604020202020204" pitchFamily="34" charset="0"/>
              <a:buChar char="•"/>
            </a:pPr>
            <a:r>
              <a:rPr lang="es-ES">
                <a:solidFill>
                  <a:srgbClr val="111111"/>
                </a:solidFill>
                <a:latin typeface="Open sans"/>
              </a:rPr>
              <a:t> Comprende els Widgets i els seus tipus Stateless / Stateful.</a:t>
            </a:r>
          </a:p>
          <a:p>
            <a:endParaRPr lang="es-ES" dirty="0">
              <a:solidFill>
                <a:srgbClr val="111111"/>
              </a:solidFill>
              <a:latin typeface="Open sans"/>
            </a:endParaRPr>
          </a:p>
          <a:p>
            <a:pPr>
              <a:buFont typeface="Arial" panose="020B0604020202020204" pitchFamily="34" charset="0"/>
              <a:buChar char="•"/>
            </a:pPr>
            <a:r>
              <a:rPr lang="es-ES">
                <a:solidFill>
                  <a:srgbClr val="111111"/>
                </a:solidFill>
                <a:latin typeface="Open sans"/>
              </a:rPr>
              <a:t> Què és el BuildContext ?</a:t>
            </a:r>
            <a:endParaRPr lang="es-ES" dirty="0">
              <a:solidFill>
                <a:srgbClr val="111111"/>
              </a:solidFill>
              <a:latin typeface="Open sans"/>
            </a:endParaRPr>
          </a:p>
          <a:p>
            <a:pPr>
              <a:buFont typeface="Arial" panose="020B0604020202020204" pitchFamily="34" charset="0"/>
              <a:buChar char="•"/>
            </a:pPr>
            <a:endParaRPr lang="es-ES" dirty="0">
              <a:solidFill>
                <a:srgbClr val="111111"/>
              </a:solidFill>
              <a:latin typeface="Open sans"/>
            </a:endParaRPr>
          </a:p>
          <a:p>
            <a:pPr>
              <a:buFont typeface="Arial" panose="020B0604020202020204" pitchFamily="34" charset="0"/>
              <a:buChar char="•"/>
            </a:pPr>
            <a:r>
              <a:rPr lang="es-ES">
                <a:solidFill>
                  <a:srgbClr val="111111"/>
                </a:solidFill>
                <a:latin typeface="Open sans"/>
              </a:rPr>
              <a:t> Per a què serveix el mètode of ( ) ?</a:t>
            </a:r>
          </a:p>
          <a:p>
            <a:pPr>
              <a:buFont typeface="Arial" panose="020B0604020202020204" pitchFamily="34" charset="0"/>
              <a:buChar char="•"/>
            </a:pPr>
            <a:endParaRPr lang="es-ES">
              <a:solidFill>
                <a:srgbClr val="111111"/>
              </a:solidFill>
              <a:latin typeface="Open sans"/>
            </a:endParaRPr>
          </a:p>
          <a:p>
            <a:pPr>
              <a:buFont typeface="Arial" panose="020B0604020202020204" pitchFamily="34" charset="0"/>
              <a:buChar char="•"/>
            </a:pPr>
            <a:r>
              <a:rPr lang="es-ES">
                <a:solidFill>
                  <a:srgbClr val="111111"/>
                </a:solidFill>
                <a:latin typeface="Open sans"/>
              </a:rPr>
              <a:t> 3 arbres &gt;&gt; Widget Tree / Element Tree /  Render Tree.  </a:t>
            </a:r>
          </a:p>
          <a:p>
            <a:pPr>
              <a:buFont typeface="Arial" panose="020B0604020202020204" pitchFamily="34" charset="0"/>
              <a:buChar char="•"/>
            </a:pPr>
            <a:endParaRPr lang="es-ES">
              <a:solidFill>
                <a:srgbClr val="111111"/>
              </a:solidFill>
              <a:latin typeface="Open sans"/>
            </a:endParaRPr>
          </a:p>
          <a:p>
            <a:pPr>
              <a:buFont typeface="Arial" panose="020B0604020202020204" pitchFamily="34" charset="0"/>
              <a:buChar char="•"/>
            </a:pPr>
            <a:r>
              <a:rPr lang="es-ES">
                <a:solidFill>
                  <a:srgbClr val="111111"/>
                </a:solidFill>
                <a:latin typeface="Open sans"/>
              </a:rPr>
              <a:t> Cicle de vida dels Widgets.</a:t>
            </a:r>
          </a:p>
          <a:p>
            <a:pPr>
              <a:buFont typeface="Arial" panose="020B0604020202020204" pitchFamily="34" charset="0"/>
              <a:buChar char="•"/>
            </a:pPr>
            <a:endParaRPr lang="es-ES">
              <a:solidFill>
                <a:srgbClr val="111111"/>
              </a:solidFill>
              <a:latin typeface="Open sans"/>
            </a:endParaRPr>
          </a:p>
          <a:p>
            <a:pPr>
              <a:buFont typeface="Arial" panose="020B0604020202020204" pitchFamily="34" charset="0"/>
              <a:buChar char="•"/>
            </a:pPr>
            <a:endParaRPr lang="es-ES" dirty="0">
              <a:solidFill>
                <a:srgbClr val="111111"/>
              </a:solidFill>
              <a:latin typeface="Open sans"/>
            </a:endParaRPr>
          </a:p>
          <a:p>
            <a:endParaRPr lang="es-ES" dirty="0">
              <a:solidFill>
                <a:srgbClr val="111111"/>
              </a:solidFill>
              <a:latin typeface="Open sans"/>
            </a:endParaRPr>
          </a:p>
        </p:txBody>
      </p:sp>
      <p:sp>
        <p:nvSpPr>
          <p:cNvPr id="4" name="Rectángulo 3"/>
          <p:cNvSpPr/>
          <p:nvPr/>
        </p:nvSpPr>
        <p:spPr>
          <a:xfrm>
            <a:off x="2267744" y="423564"/>
            <a:ext cx="2706190" cy="830997"/>
          </a:xfrm>
          <a:prstGeom prst="rect">
            <a:avLst/>
          </a:prstGeom>
        </p:spPr>
        <p:txBody>
          <a:bodyPr wrap="none">
            <a:spAutoFit/>
          </a:bodyPr>
          <a:lstStyle/>
          <a:p>
            <a:r>
              <a:rPr lang="ca-ES" sz="4800" dirty="0"/>
              <a:t>Objectius:</a:t>
            </a:r>
          </a:p>
        </p:txBody>
      </p:sp>
    </p:spTree>
    <p:extLst>
      <p:ext uri="{BB962C8B-B14F-4D97-AF65-F5344CB8AC3E}">
        <p14:creationId xmlns:p14="http://schemas.microsoft.com/office/powerpoint/2010/main" val="1711673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3</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75" y="108064"/>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4169603" cy="830997"/>
          </a:xfrm>
          <a:prstGeom prst="rect">
            <a:avLst/>
          </a:prstGeom>
        </p:spPr>
        <p:txBody>
          <a:bodyPr wrap="none">
            <a:spAutoFit/>
          </a:bodyPr>
          <a:lstStyle/>
          <a:p>
            <a:r>
              <a:rPr lang="ca-ES" sz="4800"/>
              <a:t>Widgets (ginys):</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98052682-F268-49A2-B79A-73EC0B34600E}"/>
              </a:ext>
            </a:extLst>
          </p:cNvPr>
          <p:cNvSpPr txBox="1"/>
          <p:nvPr/>
        </p:nvSpPr>
        <p:spPr>
          <a:xfrm>
            <a:off x="642760" y="1484784"/>
            <a:ext cx="7817672" cy="369332"/>
          </a:xfrm>
          <a:prstGeom prst="rect">
            <a:avLst/>
          </a:prstGeom>
          <a:noFill/>
        </p:spPr>
        <p:txBody>
          <a:bodyPr wrap="square">
            <a:spAutoFit/>
          </a:bodyPr>
          <a:lstStyle/>
          <a:p>
            <a:pPr algn="l"/>
            <a:endParaRPr lang="es-ES" b="0" i="0">
              <a:solidFill>
                <a:srgbClr val="3C4858"/>
              </a:solidFill>
              <a:effectLst/>
              <a:latin typeface="Roboto" pitchFamily="2" charset="0"/>
            </a:endParaRPr>
          </a:p>
        </p:txBody>
      </p:sp>
      <p:sp>
        <p:nvSpPr>
          <p:cNvPr id="3" name="Rectangle 1">
            <a:extLst>
              <a:ext uri="{FF2B5EF4-FFF2-40B4-BE49-F238E27FC236}">
                <a16:creationId xmlns:a16="http://schemas.microsoft.com/office/drawing/2014/main" id="{21EEAA8D-9652-47BF-84E8-49258BE9B543}"/>
              </a:ext>
            </a:extLst>
          </p:cNvPr>
          <p:cNvSpPr>
            <a:spLocks noChangeArrowheads="1"/>
          </p:cNvSpPr>
          <p:nvPr/>
        </p:nvSpPr>
        <p:spPr bwMode="auto">
          <a:xfrm>
            <a:off x="467544" y="1611873"/>
            <a:ext cx="8231562" cy="41293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Podem considerar els widgets com a blocs de codi reusables que descriuen l'aparença de la interfície d'usuari (UI).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Això ho fan a partir del seu estat que, com veurem més endavant, pot ser estàtic (no canvia) o dinàmic (canvia amb el temps).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Un widget no només pot ser un botó, un text, una imatge… una cosa que associaríem directament a una aparença gràfica, sinó que també és tot allò que permet definir aquesta aparença, com el marge d'un objecte o que el puguem centrar-lo en la interfície.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Així, mentre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Image</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Text</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o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FlatButton</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són widgets que ens permeten mostrar una imatge, un text o un botó, també són widgets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Padding</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(que ens permet afegir espai al voltant d’un altre widget) o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FutureBuilder</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(que ens permet afegir un patró d’assincronia) .</a:t>
            </a:r>
            <a:r>
              <a:rPr kumimoji="0" lang="ca-ES" altLang="ca-ES"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363908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4</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75" y="86362"/>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4635756" cy="830997"/>
          </a:xfrm>
          <a:prstGeom prst="rect">
            <a:avLst/>
          </a:prstGeom>
        </p:spPr>
        <p:txBody>
          <a:bodyPr wrap="none">
            <a:spAutoFit/>
          </a:bodyPr>
          <a:lstStyle/>
          <a:p>
            <a:r>
              <a:rPr lang="ca-ES" sz="4800"/>
              <a:t>Tipus de Widgets:</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98052682-F268-49A2-B79A-73EC0B34600E}"/>
              </a:ext>
            </a:extLst>
          </p:cNvPr>
          <p:cNvSpPr txBox="1"/>
          <p:nvPr/>
        </p:nvSpPr>
        <p:spPr>
          <a:xfrm>
            <a:off x="642760" y="1484784"/>
            <a:ext cx="7817672" cy="369332"/>
          </a:xfrm>
          <a:prstGeom prst="rect">
            <a:avLst/>
          </a:prstGeom>
          <a:noFill/>
        </p:spPr>
        <p:txBody>
          <a:bodyPr wrap="square">
            <a:spAutoFit/>
          </a:bodyPr>
          <a:lstStyle/>
          <a:p>
            <a:pPr algn="l"/>
            <a:endParaRPr lang="es-ES" b="0" i="0">
              <a:solidFill>
                <a:srgbClr val="3C4858"/>
              </a:solidFill>
              <a:effectLst/>
              <a:latin typeface="Roboto" pitchFamily="2" charset="0"/>
            </a:endParaRPr>
          </a:p>
        </p:txBody>
      </p:sp>
      <p:sp>
        <p:nvSpPr>
          <p:cNvPr id="3" name="Rectangle 1">
            <a:extLst>
              <a:ext uri="{FF2B5EF4-FFF2-40B4-BE49-F238E27FC236}">
                <a16:creationId xmlns:a16="http://schemas.microsoft.com/office/drawing/2014/main" id="{21EEAA8D-9652-47BF-84E8-49258BE9B543}"/>
              </a:ext>
            </a:extLst>
          </p:cNvPr>
          <p:cNvSpPr>
            <a:spLocks noChangeArrowheads="1"/>
          </p:cNvSpPr>
          <p:nvPr/>
        </p:nvSpPr>
        <p:spPr bwMode="auto">
          <a:xfrm>
            <a:off x="323528" y="2013142"/>
            <a:ext cx="3454366" cy="405247"/>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800"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Stateless Widgets:</a:t>
            </a:r>
          </a:p>
        </p:txBody>
      </p:sp>
      <p:sp>
        <p:nvSpPr>
          <p:cNvPr id="2" name="Rectangle 1">
            <a:extLst>
              <a:ext uri="{FF2B5EF4-FFF2-40B4-BE49-F238E27FC236}">
                <a16:creationId xmlns:a16="http://schemas.microsoft.com/office/drawing/2014/main" id="{D57651ED-614B-4FE1-B40E-2D57D5136FDF}"/>
              </a:ext>
            </a:extLst>
          </p:cNvPr>
          <p:cNvSpPr>
            <a:spLocks noChangeArrowheads="1"/>
          </p:cNvSpPr>
          <p:nvPr/>
        </p:nvSpPr>
        <p:spPr bwMode="auto">
          <a:xfrm>
            <a:off x="856417" y="1287444"/>
            <a:ext cx="7817672" cy="528358"/>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Per saber com es construeix en Flutter, cal saber que hi ha </a:t>
            </a:r>
            <a:r>
              <a:rPr kumimoji="0" lang="ca-ES" altLang="ca-ES" b="1" i="0" u="none" strike="noStrike" cap="none" normalizeH="0" baseline="0">
                <a:ln>
                  <a:noFill/>
                </a:ln>
                <a:solidFill>
                  <a:srgbClr val="FF0000"/>
                </a:solidFill>
                <a:effectLst/>
                <a:latin typeface="Open sans" panose="020B0606030504020204" pitchFamily="34" charset="0"/>
                <a:ea typeface="Open sans" panose="020B0606030504020204" pitchFamily="34" charset="0"/>
                <a:cs typeface="Open sans" panose="020B0606030504020204" pitchFamily="34" charset="0"/>
              </a:rPr>
              <a:t>dos tipus</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de ginys, els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Stateless Widgets</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i els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Stateful Widgets</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a:t>
            </a:r>
          </a:p>
        </p:txBody>
      </p:sp>
      <p:sp>
        <p:nvSpPr>
          <p:cNvPr id="11" name="CuadroTexto 10">
            <a:extLst>
              <a:ext uri="{FF2B5EF4-FFF2-40B4-BE49-F238E27FC236}">
                <a16:creationId xmlns:a16="http://schemas.microsoft.com/office/drawing/2014/main" id="{440F55A6-1E3D-44AD-9017-03A1825E7422}"/>
              </a:ext>
            </a:extLst>
          </p:cNvPr>
          <p:cNvSpPr txBox="1"/>
          <p:nvPr/>
        </p:nvSpPr>
        <p:spPr>
          <a:xfrm>
            <a:off x="182744" y="2611134"/>
            <a:ext cx="4029216"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Són els anomenats sense estat o estàtics. Es tracta de ginys que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no guarden cap tipus d'estat</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és a dir, no tenen valors que poden canviar.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Per exemple, un giny tipus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Image</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que només mostra una imatge a la pantalla.</a:t>
            </a:r>
            <a:r>
              <a:rPr kumimoji="0" lang="ca-ES" altLang="ca-ES"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1800">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S</a:t>
            </a:r>
            <a:r>
              <a:rPr kumimoji="0" lang="ca-ES" altLang="ca-ES" sz="1800"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ón </a:t>
            </a:r>
            <a:r>
              <a:rPr kumimoji="0" lang="ca-ES" altLang="ca-ES" sz="1800"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immutables</a:t>
            </a:r>
            <a:r>
              <a:rPr kumimoji="0" lang="ca-ES" altLang="ca-ES" sz="1800"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un cop es construeixen, és a dir, qualsevol canvi en les variables, icones, botons o recuperació de dades no pot canviar l'estat de l'aplicació.</a:t>
            </a:r>
            <a:endParaRPr kumimoji="0" lang="ca-ES" altLang="ca-ES"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13" name="Imagen 12">
            <a:extLst>
              <a:ext uri="{FF2B5EF4-FFF2-40B4-BE49-F238E27FC236}">
                <a16:creationId xmlns:a16="http://schemas.microsoft.com/office/drawing/2014/main" id="{4873F28B-43B4-4818-B34D-29DB04B8EBDE}"/>
              </a:ext>
            </a:extLst>
          </p:cNvPr>
          <p:cNvPicPr>
            <a:picLocks noChangeAspect="1"/>
          </p:cNvPicPr>
          <p:nvPr/>
        </p:nvPicPr>
        <p:blipFill>
          <a:blip r:embed="rId3"/>
          <a:stretch>
            <a:fillRect/>
          </a:stretch>
        </p:blipFill>
        <p:spPr>
          <a:xfrm>
            <a:off x="4294006" y="2755577"/>
            <a:ext cx="4667250" cy="2752725"/>
          </a:xfrm>
          <a:prstGeom prst="rect">
            <a:avLst/>
          </a:prstGeom>
        </p:spPr>
      </p:pic>
    </p:spTree>
    <p:extLst>
      <p:ext uri="{BB962C8B-B14F-4D97-AF65-F5344CB8AC3E}">
        <p14:creationId xmlns:p14="http://schemas.microsoft.com/office/powerpoint/2010/main" val="1861694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5</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830" y="80027"/>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675788" y="29709"/>
            <a:ext cx="4461478" cy="830997"/>
          </a:xfrm>
          <a:prstGeom prst="rect">
            <a:avLst/>
          </a:prstGeom>
        </p:spPr>
        <p:txBody>
          <a:bodyPr wrap="none">
            <a:spAutoFit/>
          </a:bodyPr>
          <a:lstStyle/>
          <a:p>
            <a:r>
              <a:rPr lang="ca-ES" sz="4800"/>
              <a:t>Stateful Widgets:</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98052682-F268-49A2-B79A-73EC0B34600E}"/>
              </a:ext>
            </a:extLst>
          </p:cNvPr>
          <p:cNvSpPr txBox="1"/>
          <p:nvPr/>
        </p:nvSpPr>
        <p:spPr>
          <a:xfrm>
            <a:off x="642760" y="1484784"/>
            <a:ext cx="7817672" cy="369332"/>
          </a:xfrm>
          <a:prstGeom prst="rect">
            <a:avLst/>
          </a:prstGeom>
          <a:noFill/>
        </p:spPr>
        <p:txBody>
          <a:bodyPr wrap="square">
            <a:spAutoFit/>
          </a:bodyPr>
          <a:lstStyle/>
          <a:p>
            <a:pPr algn="l"/>
            <a:endParaRPr lang="es-ES" b="0" i="0">
              <a:solidFill>
                <a:srgbClr val="3C4858"/>
              </a:solidFill>
              <a:effectLst/>
              <a:latin typeface="Roboto" pitchFamily="2" charset="0"/>
            </a:endParaRPr>
          </a:p>
        </p:txBody>
      </p:sp>
      <p:sp>
        <p:nvSpPr>
          <p:cNvPr id="5" name="Rectangle 1">
            <a:extLst>
              <a:ext uri="{FF2B5EF4-FFF2-40B4-BE49-F238E27FC236}">
                <a16:creationId xmlns:a16="http://schemas.microsoft.com/office/drawing/2014/main" id="{A31183D3-285F-487D-B7A3-5ED9FD122160}"/>
              </a:ext>
            </a:extLst>
          </p:cNvPr>
          <p:cNvSpPr>
            <a:spLocks noChangeArrowheads="1"/>
          </p:cNvSpPr>
          <p:nvPr/>
        </p:nvSpPr>
        <p:spPr bwMode="auto">
          <a:xfrm>
            <a:off x="395536" y="1403315"/>
            <a:ext cx="4017070" cy="3575346"/>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ca-ES" altLang="ca-ES">
                <a:latin typeface="Open sans" panose="020B0606030504020204" pitchFamily="34" charset="0"/>
                <a:ea typeface="Open sans" panose="020B0606030504020204" pitchFamily="34" charset="0"/>
                <a:cs typeface="Open sans" panose="020B0606030504020204" pitchFamily="34" charset="0"/>
              </a:rPr>
              <a:t>L</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'estat d’aquests ginys es pot modificar un cop s'han creat.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Aquests estats són </a:t>
            </a:r>
            <a:r>
              <a:rPr kumimoji="0" lang="ca-ES" altLang="ca-ES" b="1"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mutables</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 i es poden canviar diverses vegades al llarg de la seva vida</a:t>
            </a:r>
            <a:r>
              <a:rPr lang="ca-ES" altLang="ca-ES">
                <a:latin typeface="Open sans" panose="020B0606030504020204" pitchFamily="34" charset="0"/>
                <a:ea typeface="Open sans" panose="020B0606030504020204" pitchFamily="34" charset="0"/>
                <a:cs typeface="Open sans" panose="020B0606030504020204" pitchFamily="34" charset="0"/>
              </a:rPr>
              <a:t>, </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amb diferents conjunts de variables, entrades i dades.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El giny amb estat substitueix el createState() i retorna un estat. S'utilitza quan la interfície d'usuari pot canviar dinàmicament. </a:t>
            </a:r>
          </a:p>
        </p:txBody>
      </p:sp>
      <p:pic>
        <p:nvPicPr>
          <p:cNvPr id="8" name="Imagen 7">
            <a:extLst>
              <a:ext uri="{FF2B5EF4-FFF2-40B4-BE49-F238E27FC236}">
                <a16:creationId xmlns:a16="http://schemas.microsoft.com/office/drawing/2014/main" id="{C3330315-619A-48AB-BA0C-12A335A22884}"/>
              </a:ext>
            </a:extLst>
          </p:cNvPr>
          <p:cNvPicPr>
            <a:picLocks noChangeAspect="1"/>
          </p:cNvPicPr>
          <p:nvPr/>
        </p:nvPicPr>
        <p:blipFill>
          <a:blip r:embed="rId3"/>
          <a:stretch>
            <a:fillRect/>
          </a:stretch>
        </p:blipFill>
        <p:spPr>
          <a:xfrm>
            <a:off x="4302425" y="1299885"/>
            <a:ext cx="4590055" cy="3440532"/>
          </a:xfrm>
          <a:prstGeom prst="rect">
            <a:avLst/>
          </a:prstGeom>
        </p:spPr>
      </p:pic>
      <p:sp>
        <p:nvSpPr>
          <p:cNvPr id="14" name="CuadroTexto 13">
            <a:extLst>
              <a:ext uri="{FF2B5EF4-FFF2-40B4-BE49-F238E27FC236}">
                <a16:creationId xmlns:a16="http://schemas.microsoft.com/office/drawing/2014/main" id="{1BE17DFC-0922-4AE0-8B4E-117E11FE7B88}"/>
              </a:ext>
            </a:extLst>
          </p:cNvPr>
          <p:cNvSpPr txBox="1"/>
          <p:nvPr/>
        </p:nvSpPr>
        <p:spPr>
          <a:xfrm>
            <a:off x="617675" y="5382098"/>
            <a:ext cx="8274805"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Alguns exemples poden ser </a:t>
            </a:r>
            <a:r>
              <a:rPr kumimoji="0" lang="ca-ES" altLang="ca-ES" b="1"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CheckBox</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 </a:t>
            </a:r>
            <a:r>
              <a:rPr kumimoji="0" lang="ca-ES" altLang="ca-ES" b="1"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RadioButton</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 </a:t>
            </a:r>
            <a:r>
              <a:rPr kumimoji="0" lang="ca-ES" altLang="ca-ES" b="1"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Form</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 </a:t>
            </a:r>
            <a:r>
              <a:rPr kumimoji="0" lang="ca-ES" altLang="ca-ES" b="1"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TextField</a:t>
            </a:r>
            <a:r>
              <a:rPr lang="ca-ES" altLang="ca-ES">
                <a:latin typeface="Open sans" panose="020B0606030504020204" pitchFamily="34" charset="0"/>
                <a:ea typeface="Open sans" panose="020B0606030504020204" pitchFamily="34" charset="0"/>
                <a:cs typeface="Open sans" panose="020B0606030504020204" pitchFamily="34" charset="0"/>
              </a:rPr>
              <a:t>, on </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l'estat és mutable, i canvia en temps d'execució quan l'usuari hi interactua. </a:t>
            </a:r>
          </a:p>
        </p:txBody>
      </p:sp>
    </p:spTree>
    <p:extLst>
      <p:ext uri="{BB962C8B-B14F-4D97-AF65-F5344CB8AC3E}">
        <p14:creationId xmlns:p14="http://schemas.microsoft.com/office/powerpoint/2010/main" val="2957054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6</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830" y="80027"/>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135225"/>
            <a:ext cx="3558410" cy="830997"/>
          </a:xfrm>
          <a:prstGeom prst="rect">
            <a:avLst/>
          </a:prstGeom>
        </p:spPr>
        <p:txBody>
          <a:bodyPr wrap="none">
            <a:spAutoFit/>
          </a:bodyPr>
          <a:lstStyle/>
          <a:p>
            <a:r>
              <a:rPr lang="ca-ES" sz="4800"/>
              <a:t>BuildContext:</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2" name="Rectangle 1">
            <a:extLst>
              <a:ext uri="{FF2B5EF4-FFF2-40B4-BE49-F238E27FC236}">
                <a16:creationId xmlns:a16="http://schemas.microsoft.com/office/drawing/2014/main" id="{B035B507-CE15-4732-8F2F-0854B01A76DD}"/>
              </a:ext>
            </a:extLst>
          </p:cNvPr>
          <p:cNvSpPr>
            <a:spLocks noChangeArrowheads="1"/>
          </p:cNvSpPr>
          <p:nvPr/>
        </p:nvSpPr>
        <p:spPr bwMode="auto">
          <a:xfrm>
            <a:off x="791614" y="1270845"/>
            <a:ext cx="8100866" cy="805357"/>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El BuildContext s'utilitza per localitzar un giny en particular </a:t>
            </a: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dins</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de </a:t>
            </a: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l’</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arbre.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Cada giny té el seu propi BuidContext</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és a dir, un BuildContext particular s'associa amb un sol giny.</a:t>
            </a:r>
            <a:r>
              <a:rPr kumimoji="0" lang="ca-ES" altLang="ca-ES"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p>
        </p:txBody>
      </p:sp>
      <p:sp>
        <p:nvSpPr>
          <p:cNvPr id="3" name="Rectangle 2">
            <a:extLst>
              <a:ext uri="{FF2B5EF4-FFF2-40B4-BE49-F238E27FC236}">
                <a16:creationId xmlns:a16="http://schemas.microsoft.com/office/drawing/2014/main" id="{1A45466D-AC77-41E5-A873-C1FC1B3EC26D}"/>
              </a:ext>
            </a:extLst>
          </p:cNvPr>
          <p:cNvSpPr>
            <a:spLocks noChangeArrowheads="1"/>
          </p:cNvSpPr>
          <p:nvPr/>
        </p:nvSpPr>
        <p:spPr bwMode="auto">
          <a:xfrm>
            <a:off x="749256" y="2625980"/>
            <a:ext cx="8208538" cy="1082356"/>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T</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ots els ginys</a:t>
            </a: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 </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són creats pel mètode </a:t>
            </a:r>
            <a:r>
              <a:rPr lang="ca-ES" altLang="ca-ES" b="1">
                <a:solidFill>
                  <a:srgbClr val="202124"/>
                </a:solidFill>
                <a:latin typeface="Open sans" panose="020B0606030504020204" pitchFamily="34" charset="0"/>
                <a:ea typeface="Open sans" panose="020B0606030504020204" pitchFamily="34" charset="0"/>
                <a:cs typeface="Open sans" panose="020B0606030504020204" pitchFamily="34" charset="0"/>
              </a:rPr>
              <a:t>Build</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i </a:t>
            </a: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aquest </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pren un </a:t>
            </a:r>
            <a:r>
              <a:rPr kumimoji="0" lang="ca-ES" altLang="ca-ES" b="1"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BuildContext</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com a argument. Això ajuda el mètode de creació a trobar quin giny dibuixarà i també ajuda a localitzar la posició del giny que es dibuixarà a l'arbre. </a:t>
            </a:r>
          </a:p>
        </p:txBody>
      </p:sp>
      <p:pic>
        <p:nvPicPr>
          <p:cNvPr id="13" name="Imagen 12">
            <a:extLst>
              <a:ext uri="{FF2B5EF4-FFF2-40B4-BE49-F238E27FC236}">
                <a16:creationId xmlns:a16="http://schemas.microsoft.com/office/drawing/2014/main" id="{92CE7916-B242-4430-BD2A-8942499D6894}"/>
              </a:ext>
            </a:extLst>
          </p:cNvPr>
          <p:cNvPicPr>
            <a:picLocks noChangeAspect="1"/>
          </p:cNvPicPr>
          <p:nvPr/>
        </p:nvPicPr>
        <p:blipFill>
          <a:blip r:embed="rId3"/>
          <a:stretch>
            <a:fillRect/>
          </a:stretch>
        </p:blipFill>
        <p:spPr>
          <a:xfrm>
            <a:off x="3995936" y="3893457"/>
            <a:ext cx="4076161" cy="2419498"/>
          </a:xfrm>
          <a:prstGeom prst="rect">
            <a:avLst/>
          </a:prstGeom>
        </p:spPr>
      </p:pic>
      <p:sp>
        <p:nvSpPr>
          <p:cNvPr id="14" name="CuadroTexto 13">
            <a:extLst>
              <a:ext uri="{FF2B5EF4-FFF2-40B4-BE49-F238E27FC236}">
                <a16:creationId xmlns:a16="http://schemas.microsoft.com/office/drawing/2014/main" id="{24508EC9-F210-4F8E-9305-11ABAF75398F}"/>
              </a:ext>
            </a:extLst>
          </p:cNvPr>
          <p:cNvSpPr txBox="1"/>
          <p:nvPr/>
        </p:nvSpPr>
        <p:spPr>
          <a:xfrm>
            <a:off x="861832" y="4503041"/>
            <a:ext cx="3209019"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El següent és un exemple d'un mètode </a:t>
            </a:r>
            <a:r>
              <a:rPr lang="ca-ES" altLang="ca-ES">
                <a:solidFill>
                  <a:srgbClr val="202124"/>
                </a:solidFill>
                <a:latin typeface="Open sans" panose="020B0606030504020204" pitchFamily="34" charset="0"/>
                <a:ea typeface="Open sans" panose="020B0606030504020204" pitchFamily="34" charset="0"/>
                <a:cs typeface="Open sans" panose="020B0606030504020204" pitchFamily="34" charset="0"/>
              </a:rPr>
              <a:t>build</a:t>
            </a:r>
            <a:r>
              <a:rPr kumimoji="0" lang="ca-ES" altLang="ca-ES" b="0" i="0" u="none" strike="noStrike" cap="none" normalizeH="0" baseline="0">
                <a:ln>
                  <a:noFill/>
                </a:ln>
                <a:solidFill>
                  <a:srgbClr val="202124"/>
                </a:solidFill>
                <a:effectLst/>
                <a:latin typeface="Open sans" panose="020B0606030504020204" pitchFamily="34" charset="0"/>
                <a:ea typeface="Open sans" panose="020B0606030504020204" pitchFamily="34" charset="0"/>
                <a:cs typeface="Open sans" panose="020B0606030504020204" pitchFamily="34" charset="0"/>
              </a:rPr>
              <a:t> que retorna una MaterialApp:</a:t>
            </a:r>
            <a:r>
              <a:rPr kumimoji="0" lang="ca-ES" altLang="ca-ES"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4207339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7</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830" y="80027"/>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135225"/>
            <a:ext cx="3558410" cy="830997"/>
          </a:xfrm>
          <a:prstGeom prst="rect">
            <a:avLst/>
          </a:prstGeom>
        </p:spPr>
        <p:txBody>
          <a:bodyPr wrap="none">
            <a:spAutoFit/>
          </a:bodyPr>
          <a:lstStyle/>
          <a:p>
            <a:r>
              <a:rPr lang="ca-ES" sz="4800"/>
              <a:t>BuildContext:</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pic>
        <p:nvPicPr>
          <p:cNvPr id="11" name="Picture 4" descr="Understanding BuildContext in Flutter">
            <a:extLst>
              <a:ext uri="{FF2B5EF4-FFF2-40B4-BE49-F238E27FC236}">
                <a16:creationId xmlns:a16="http://schemas.microsoft.com/office/drawing/2014/main" id="{0E294836-A8BB-47A0-8F4E-A885FE2ED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5750" y="1263210"/>
            <a:ext cx="1028700" cy="47625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A24AFBDC-528F-4600-8823-995C56552049}"/>
              </a:ext>
            </a:extLst>
          </p:cNvPr>
          <p:cNvSpPr>
            <a:spLocks noChangeArrowheads="1"/>
          </p:cNvSpPr>
          <p:nvPr/>
        </p:nvSpPr>
        <p:spPr bwMode="auto">
          <a:xfrm>
            <a:off x="467544" y="1093656"/>
            <a:ext cx="6876256" cy="537583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Si algun giny té alguns ginys secundaris, tant el pare com els fills tindran el seu propi BuildContext. Ara, el BuildContext del giny principal serà el pare del BuildContext del seu giny secundari directe.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En l’arbre del dibuix: MaterialApp té el seu propi BuildContext i és el pare de Scaffold. Scaffold té el seu propi BuildContext i és el pare de Center, etc ...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A més, una cosa a tenir en compte aquí, és que els ginys només són visibles al seu BuildContext o al BuildContext del seu pare.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Així, des d'un giny fill, podeu localitzar el giny principal. </a:t>
            </a: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Per exemple, </a:t>
            </a:r>
            <a:r>
              <a:rPr lang="ca-ES" altLang="ca-ES" sz="2100">
                <a:solidFill>
                  <a:srgbClr val="202124"/>
                </a:solidFill>
                <a:latin typeface="inherit"/>
              </a:rPr>
              <a:t>a </a:t>
            </a:r>
            <a:r>
              <a:rPr kumimoji="0" lang="ca-ES" altLang="ca-ES" sz="2100" b="0" i="0" u="none" strike="noStrike" cap="none" normalizeH="0" baseline="0">
                <a:ln>
                  <a:noFill/>
                </a:ln>
                <a:solidFill>
                  <a:srgbClr val="202124"/>
                </a:solidFill>
                <a:effectLst/>
                <a:latin typeface="inherit"/>
              </a:rPr>
              <a:t>Scaffold &gt; Center &gt; Row &gt; FlatButton, podeu obtenir el primer Scaffold de FlatButton pujant:</a:t>
            </a:r>
          </a:p>
          <a:p>
            <a:pPr marL="0" marR="0" lvl="0" indent="0" algn="l" defTabSz="914400" rtl="0" eaLnBrk="0" fontAlgn="base" latinLnBrk="0" hangingPunct="0">
              <a:lnSpc>
                <a:spcPct val="100000"/>
              </a:lnSpc>
              <a:spcBef>
                <a:spcPct val="0"/>
              </a:spcBef>
              <a:spcAft>
                <a:spcPct val="0"/>
              </a:spcAft>
              <a:buClrTx/>
              <a:buSzTx/>
              <a:buFontTx/>
              <a:buNone/>
              <a:tabLst/>
            </a:pPr>
            <a:endParaRPr lang="ca-ES" b="0" i="0">
              <a:solidFill>
                <a:srgbClr val="333333"/>
              </a:solidFill>
              <a:effectLst/>
              <a:latin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ca-ES" b="0" i="0">
                <a:solidFill>
                  <a:srgbClr val="333333"/>
                </a:solidFill>
                <a:effectLst/>
                <a:latin typeface="Courier New" panose="02070309020205020404" pitchFamily="49" charset="0"/>
              </a:rPr>
              <a:t>context.ancestorWidgetOfExactType(Scaffold)</a:t>
            </a:r>
            <a:endParaRPr kumimoji="0" lang="ca-ES" altLang="ca-E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4159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8</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830" y="80027"/>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15105" y="1023119"/>
            <a:ext cx="5272982" cy="830997"/>
          </a:xfrm>
          <a:prstGeom prst="rect">
            <a:avLst/>
          </a:prstGeom>
        </p:spPr>
        <p:txBody>
          <a:bodyPr wrap="none">
            <a:spAutoFit/>
          </a:bodyPr>
          <a:lstStyle/>
          <a:p>
            <a:r>
              <a:rPr lang="ca-ES" sz="4800"/>
              <a:t>Stateless vs Stateful:</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98052682-F268-49A2-B79A-73EC0B34600E}"/>
              </a:ext>
            </a:extLst>
          </p:cNvPr>
          <p:cNvSpPr txBox="1"/>
          <p:nvPr/>
        </p:nvSpPr>
        <p:spPr>
          <a:xfrm>
            <a:off x="663164" y="1410287"/>
            <a:ext cx="7817672" cy="369332"/>
          </a:xfrm>
          <a:prstGeom prst="rect">
            <a:avLst/>
          </a:prstGeom>
          <a:noFill/>
        </p:spPr>
        <p:txBody>
          <a:bodyPr wrap="square">
            <a:spAutoFit/>
          </a:bodyPr>
          <a:lstStyle/>
          <a:p>
            <a:pPr algn="l"/>
            <a:endParaRPr lang="es-ES" b="0" i="0">
              <a:solidFill>
                <a:srgbClr val="3C4858"/>
              </a:solidFill>
              <a:effectLst/>
              <a:latin typeface="Roboto" pitchFamily="2" charset="0"/>
            </a:endParaRPr>
          </a:p>
        </p:txBody>
      </p:sp>
      <p:pic>
        <p:nvPicPr>
          <p:cNvPr id="3074" name="Picture 2" descr="enter image description here">
            <a:extLst>
              <a:ext uri="{FF2B5EF4-FFF2-40B4-BE49-F238E27FC236}">
                <a16:creationId xmlns:a16="http://schemas.microsoft.com/office/drawing/2014/main" id="{E8CAD92B-FBB8-4D07-BB4A-9595702EF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35574"/>
            <a:ext cx="9153169" cy="3689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77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9</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830" y="80027"/>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2020179" y="95874"/>
            <a:ext cx="3498330" cy="830997"/>
          </a:xfrm>
          <a:prstGeom prst="rect">
            <a:avLst/>
          </a:prstGeom>
        </p:spPr>
        <p:txBody>
          <a:bodyPr wrap="none">
            <a:spAutoFit/>
          </a:bodyPr>
          <a:lstStyle/>
          <a:p>
            <a:r>
              <a:rPr lang="ca-ES" sz="4800"/>
              <a:t>Mètode of( ):</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pic>
        <p:nvPicPr>
          <p:cNvPr id="5" name="Imagen 4">
            <a:extLst>
              <a:ext uri="{FF2B5EF4-FFF2-40B4-BE49-F238E27FC236}">
                <a16:creationId xmlns:a16="http://schemas.microsoft.com/office/drawing/2014/main" id="{7C0464F7-0870-4A01-8E89-CB2C6116F080}"/>
              </a:ext>
            </a:extLst>
          </p:cNvPr>
          <p:cNvPicPr>
            <a:picLocks noChangeAspect="1"/>
          </p:cNvPicPr>
          <p:nvPr/>
        </p:nvPicPr>
        <p:blipFill>
          <a:blip r:embed="rId3"/>
          <a:stretch>
            <a:fillRect/>
          </a:stretch>
        </p:blipFill>
        <p:spPr>
          <a:xfrm>
            <a:off x="233717" y="5108011"/>
            <a:ext cx="5492647" cy="1586002"/>
          </a:xfrm>
          <a:prstGeom prst="rect">
            <a:avLst/>
          </a:prstGeom>
        </p:spPr>
      </p:pic>
      <p:sp>
        <p:nvSpPr>
          <p:cNvPr id="8" name="Rectangle 2">
            <a:extLst>
              <a:ext uri="{FF2B5EF4-FFF2-40B4-BE49-F238E27FC236}">
                <a16:creationId xmlns:a16="http://schemas.microsoft.com/office/drawing/2014/main" id="{E93A59F7-801F-4A1F-A066-E45410DC6E4E}"/>
              </a:ext>
            </a:extLst>
          </p:cNvPr>
          <p:cNvSpPr>
            <a:spLocks noChangeArrowheads="1"/>
          </p:cNvSpPr>
          <p:nvPr/>
        </p:nvSpPr>
        <p:spPr bwMode="auto">
          <a:xfrm>
            <a:off x="251520" y="1252851"/>
            <a:ext cx="4067944" cy="352917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Com ja sabem, els widgets a Flutter tenen una estructura d'arbre i </a:t>
            </a:r>
            <a:r>
              <a:rPr kumimoji="0" lang="ca-ES" altLang="ca-ES" sz="2100" b="1" i="0" u="none" strike="noStrike" cap="none" normalizeH="0" baseline="0">
                <a:ln>
                  <a:noFill/>
                </a:ln>
                <a:solidFill>
                  <a:srgbClr val="202124"/>
                </a:solidFill>
                <a:effectLst/>
                <a:latin typeface="inherit"/>
              </a:rPr>
              <a:t>poden comunicar-se</a:t>
            </a:r>
            <a:r>
              <a:rPr kumimoji="0" lang="ca-ES" altLang="ca-ES" sz="2100" b="0" i="0" u="none" strike="noStrike" cap="none" normalizeH="0" baseline="0">
                <a:ln>
                  <a:noFill/>
                </a:ln>
                <a:solidFill>
                  <a:srgbClr val="202124"/>
                </a:solidFill>
                <a:effectLst/>
                <a:latin typeface="inherit"/>
              </a:rPr>
              <a:t> amb altres widgets ubicats tant a sota com a sobre de l'arbre de widgets.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La "comunicació" dels ginys entre si es proporciona mitjançant el mètode Of( ).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Considerem un petit exemple:</a:t>
            </a:r>
            <a:r>
              <a:rPr kumimoji="0" lang="ca-ES" altLang="ca-ES" sz="600" b="0" i="0" u="none" strike="noStrike" cap="none" normalizeH="0" baseline="0">
                <a:ln>
                  <a:noFill/>
                </a:ln>
                <a:solidFill>
                  <a:schemeClr val="tx1"/>
                </a:solidFill>
                <a:effectLst/>
              </a:rPr>
              <a:t> </a:t>
            </a:r>
            <a:endParaRPr kumimoji="0" lang="ca-ES" altLang="ca-ES" sz="1800" b="0" i="0" u="none" strike="noStrike" cap="none" normalizeH="0" baseline="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2C6D7A81-485C-4F01-88A9-D400F58AE0CC}"/>
              </a:ext>
            </a:extLst>
          </p:cNvPr>
          <p:cNvSpPr>
            <a:spLocks noChangeArrowheads="1"/>
          </p:cNvSpPr>
          <p:nvPr/>
        </p:nvSpPr>
        <p:spPr bwMode="auto">
          <a:xfrm>
            <a:off x="4654354" y="1038425"/>
            <a:ext cx="4258816" cy="3852345"/>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El mètode of( ) cerca a l'arbre de ginys un giny pare que sigui del tipus Theme i utilitza la seva propietat primaryColor per al giny actual. Això és possible perquè Flutter coneix la posició de l'objecte Theme a l'arbre en relació amb el </a:t>
            </a:r>
            <a:r>
              <a:rPr kumimoji="0" lang="ca-ES" altLang="ca-ES" sz="2100" b="1" i="0" u="none" strike="noStrike" cap="none" normalizeH="0" baseline="0">
                <a:ln>
                  <a:noFill/>
                </a:ln>
                <a:solidFill>
                  <a:srgbClr val="202124"/>
                </a:solidFill>
                <a:effectLst/>
                <a:latin typeface="inherit"/>
              </a:rPr>
              <a:t>buildContext</a:t>
            </a:r>
            <a:r>
              <a:rPr kumimoji="0" lang="ca-ES" altLang="ca-ES" sz="2100" b="0" i="0" u="none" strike="noStrike" cap="none" normalizeH="0" baseline="0">
                <a:ln>
                  <a:noFill/>
                </a:ln>
                <a:solidFill>
                  <a:srgbClr val="202124"/>
                </a:solidFill>
                <a:effectLst/>
                <a:latin typeface="inherit"/>
              </a:rPr>
              <a:t> actual.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El mètode of() pot ser útil per a moltes tasques, com ara obtenir la mida de la pantalla amb </a:t>
            </a:r>
            <a:r>
              <a:rPr kumimoji="0" lang="ca-ES" altLang="ca-ES" sz="2100" b="1" i="0" u="none" strike="noStrike" cap="none" normalizeH="0" baseline="0">
                <a:ln>
                  <a:noFill/>
                </a:ln>
                <a:solidFill>
                  <a:srgbClr val="202124"/>
                </a:solidFill>
                <a:effectLst/>
                <a:latin typeface="inherit"/>
              </a:rPr>
              <a:t>MediaQuery.of(context)</a:t>
            </a:r>
            <a:r>
              <a:rPr kumimoji="0" lang="ca-ES" altLang="ca-ES" sz="2100" b="0" i="0" u="none" strike="noStrike" cap="none" normalizeH="0" baseline="0">
                <a:ln>
                  <a:noFill/>
                </a:ln>
                <a:solidFill>
                  <a:srgbClr val="202124"/>
                </a:solidFill>
                <a:effectLst/>
                <a:latin typeface="inherit"/>
              </a:rPr>
              <a:t> o navegar amb </a:t>
            </a:r>
            <a:r>
              <a:rPr kumimoji="0" lang="ca-ES" altLang="ca-ES" sz="2100" b="1" i="0" u="none" strike="noStrike" cap="none" normalizeH="0" baseline="0">
                <a:ln>
                  <a:noFill/>
                </a:ln>
                <a:solidFill>
                  <a:srgbClr val="202124"/>
                </a:solidFill>
                <a:effectLst/>
                <a:latin typeface="inherit"/>
              </a:rPr>
              <a:t>Navigator.of(context)</a:t>
            </a:r>
            <a:r>
              <a:rPr kumimoji="0" lang="ca-ES" altLang="ca-ES" sz="2100" b="0" i="0" u="none" strike="noStrike" cap="none" normalizeH="0" baseline="0">
                <a:ln>
                  <a:noFill/>
                </a:ln>
                <a:solidFill>
                  <a:srgbClr val="202124"/>
                </a:solidFill>
                <a:effectLst/>
                <a:latin typeface="inherit"/>
              </a:rPr>
              <a:t>.</a:t>
            </a:r>
            <a:endParaRPr kumimoji="0" lang="ca-ES" altLang="ca-E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7857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10</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7301038" cy="830997"/>
          </a:xfrm>
          <a:prstGeom prst="rect">
            <a:avLst/>
          </a:prstGeom>
        </p:spPr>
        <p:txBody>
          <a:bodyPr wrap="none">
            <a:spAutoFit/>
          </a:bodyPr>
          <a:lstStyle/>
          <a:p>
            <a:r>
              <a:rPr lang="ca-ES" sz="4800"/>
              <a:t>Widgets / Element / Render:</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pic>
        <p:nvPicPr>
          <p:cNvPr id="8" name="Imagen 7">
            <a:extLst>
              <a:ext uri="{FF2B5EF4-FFF2-40B4-BE49-F238E27FC236}">
                <a16:creationId xmlns:a16="http://schemas.microsoft.com/office/drawing/2014/main" id="{BE0BE326-E933-4851-B864-C30BDC1326B0}"/>
              </a:ext>
            </a:extLst>
          </p:cNvPr>
          <p:cNvPicPr>
            <a:picLocks noChangeAspect="1"/>
          </p:cNvPicPr>
          <p:nvPr/>
        </p:nvPicPr>
        <p:blipFill>
          <a:blip r:embed="rId3"/>
          <a:stretch>
            <a:fillRect/>
          </a:stretch>
        </p:blipFill>
        <p:spPr>
          <a:xfrm>
            <a:off x="447675" y="1509712"/>
            <a:ext cx="8248650" cy="3838575"/>
          </a:xfrm>
          <a:prstGeom prst="rect">
            <a:avLst/>
          </a:prstGeom>
          <a:ln>
            <a:noFill/>
          </a:ln>
          <a:effectLst>
            <a:outerShdw blurRad="292100" dist="139700" dir="2700000" algn="tl" rotWithShape="0">
              <a:srgbClr val="333333">
                <a:alpha val="65000"/>
              </a:srgbClr>
            </a:outerShdw>
          </a:effectLst>
        </p:spPr>
      </p:pic>
      <p:sp>
        <p:nvSpPr>
          <p:cNvPr id="9" name="CuadroTexto 8">
            <a:extLst>
              <a:ext uri="{FF2B5EF4-FFF2-40B4-BE49-F238E27FC236}">
                <a16:creationId xmlns:a16="http://schemas.microsoft.com/office/drawing/2014/main" id="{94121127-4820-444D-8A6E-4E0EF6606A4A}"/>
              </a:ext>
            </a:extLst>
          </p:cNvPr>
          <p:cNvSpPr txBox="1"/>
          <p:nvPr/>
        </p:nvSpPr>
        <p:spPr>
          <a:xfrm>
            <a:off x="323528" y="5691649"/>
            <a:ext cx="856388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ca-ES" altLang="ca-ES">
                <a:latin typeface="Open sans" panose="020B0606030504020204" pitchFamily="34" charset="0"/>
                <a:ea typeface="Open sans" panose="020B0606030504020204" pitchFamily="34" charset="0"/>
                <a:cs typeface="Open sans" panose="020B0606030504020204" pitchFamily="34" charset="0"/>
              </a:rPr>
              <a:t>Exemple amb un </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diagrama de l’</a:t>
            </a:r>
            <a:r>
              <a:rPr kumimoji="0" lang="ca-ES" altLang="ca-ES" b="1"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estructura de 3 arbres</a:t>
            </a:r>
            <a:r>
              <a:rPr kumimoji="0" lang="ca-ES" altLang="ca-ES" b="0" i="0" u="none" strike="noStrike" cap="none" normalizeH="0" baseline="0">
                <a:ln>
                  <a:noFill/>
                </a:ln>
                <a:effectLst/>
                <a:latin typeface="Open sans" panose="020B0606030504020204" pitchFamily="34" charset="0"/>
                <a:ea typeface="Open sans" panose="020B0606030504020204" pitchFamily="34" charset="0"/>
                <a:cs typeface="Open sans" panose="020B0606030504020204" pitchFamily="34" charset="0"/>
              </a:rPr>
              <a:t> que fa servir Flutter</a:t>
            </a:r>
          </a:p>
        </p:txBody>
      </p:sp>
    </p:spTree>
    <p:extLst>
      <p:ext uri="{BB962C8B-B14F-4D97-AF65-F5344CB8AC3E}">
        <p14:creationId xmlns:p14="http://schemas.microsoft.com/office/powerpoint/2010/main" val="114811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11</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3618042" cy="830997"/>
          </a:xfrm>
          <a:prstGeom prst="rect">
            <a:avLst/>
          </a:prstGeom>
        </p:spPr>
        <p:txBody>
          <a:bodyPr wrap="none">
            <a:spAutoFit/>
          </a:bodyPr>
          <a:lstStyle/>
          <a:p>
            <a:r>
              <a:rPr lang="ca-ES" sz="4800"/>
              <a:t>Widgets Tree:</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2F154C9E-DB02-424B-B532-29DFF0191C20}"/>
              </a:ext>
            </a:extLst>
          </p:cNvPr>
          <p:cNvSpPr txBox="1"/>
          <p:nvPr/>
        </p:nvSpPr>
        <p:spPr>
          <a:xfrm>
            <a:off x="861517" y="1575871"/>
            <a:ext cx="7416824" cy="369332"/>
          </a:xfrm>
          <a:prstGeom prst="rect">
            <a:avLst/>
          </a:prstGeom>
          <a:noFill/>
        </p:spPr>
        <p:txBody>
          <a:bodyPr wrap="square">
            <a:spAutoFit/>
          </a:bodyPr>
          <a:lstStyle/>
          <a:p>
            <a:pPr algn="l"/>
            <a:endParaRPr lang="en-US" b="0" i="0">
              <a:solidFill>
                <a:srgbClr val="292929"/>
              </a:solidFill>
              <a:effectLst/>
              <a:latin typeface="sohne"/>
            </a:endParaRPr>
          </a:p>
        </p:txBody>
      </p:sp>
      <p:sp>
        <p:nvSpPr>
          <p:cNvPr id="3" name="Rectangle 1">
            <a:extLst>
              <a:ext uri="{FF2B5EF4-FFF2-40B4-BE49-F238E27FC236}">
                <a16:creationId xmlns:a16="http://schemas.microsoft.com/office/drawing/2014/main" id="{42BD7D23-5ED4-4175-BEAA-8E1B8D0B1F54}"/>
              </a:ext>
            </a:extLst>
          </p:cNvPr>
          <p:cNvSpPr>
            <a:spLocks noChangeArrowheads="1"/>
          </p:cNvSpPr>
          <p:nvPr/>
        </p:nvSpPr>
        <p:spPr bwMode="auto">
          <a:xfrm>
            <a:off x="323528" y="1307948"/>
            <a:ext cx="6845830" cy="515141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0" tIns="-9522" rIns="0" bIns="-952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 Arbre de widgets -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Ara que ja sabeu què són els widgets, anem a veure què és l'arbre de widgets. La documentació diu: "Un widget és una descripció </a:t>
            </a:r>
            <a:r>
              <a:rPr kumimoji="0" lang="ca-ES" altLang="ca-ES" sz="2100" b="1" i="0" u="none" strike="noStrike" cap="none" normalizeH="0" baseline="0">
                <a:ln>
                  <a:noFill/>
                </a:ln>
                <a:solidFill>
                  <a:srgbClr val="FF0000"/>
                </a:solidFill>
                <a:effectLst/>
                <a:latin typeface="inherit"/>
              </a:rPr>
              <a:t>immutable</a:t>
            </a:r>
            <a:r>
              <a:rPr kumimoji="0" lang="ca-ES" altLang="ca-ES" sz="2100" b="0" i="0" u="none" strike="noStrike" cap="none" normalizeH="0" baseline="0">
                <a:ln>
                  <a:noFill/>
                </a:ln>
                <a:solidFill>
                  <a:srgbClr val="202124"/>
                </a:solidFill>
                <a:effectLst/>
                <a:latin typeface="inherit"/>
              </a:rPr>
              <a:t> d'una part d'una interfície d'usuari".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La paraula immutable aquí és molt important. Bàsicament, això vol dir que qualsevol canvi que volem realitzar a la interfície d'usuari necessita que es creï un nou widget.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Aquí entra en joc el concepte d'arbres. Sota el capó, Flutter utilitza 3 estructures d'arbres.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ca-ES" altLang="ca-ES" sz="2100" b="0" i="0" u="none" strike="noStrike" cap="none" normalizeH="0" baseline="0">
              <a:ln>
                <a:noFill/>
              </a:ln>
              <a:solidFill>
                <a:srgbClr val="202124"/>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Cadascun d'ells té propòsits lleugerament diferents, però combinats permeten una representació ràpida de la interfície d'usuari i un gran rendiment.</a:t>
            </a:r>
            <a:r>
              <a:rPr kumimoji="0" lang="ca-ES" altLang="ca-ES" sz="400" b="0" i="0" u="none" strike="noStrike" cap="none" normalizeH="0" baseline="0">
                <a:ln>
                  <a:noFill/>
                </a:ln>
                <a:solidFill>
                  <a:schemeClr val="tx1"/>
                </a:solidFill>
                <a:effectLst/>
              </a:rPr>
              <a:t> </a:t>
            </a:r>
            <a:endParaRPr kumimoji="0" lang="ca-ES" altLang="ca-ES"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FFB47024-CF15-47CA-A657-4F5FB5CC36CD}"/>
              </a:ext>
            </a:extLst>
          </p:cNvPr>
          <p:cNvPicPr>
            <a:picLocks noChangeAspect="1"/>
          </p:cNvPicPr>
          <p:nvPr/>
        </p:nvPicPr>
        <p:blipFill>
          <a:blip r:embed="rId3"/>
          <a:stretch>
            <a:fillRect/>
          </a:stretch>
        </p:blipFill>
        <p:spPr>
          <a:xfrm>
            <a:off x="7380312" y="1340768"/>
            <a:ext cx="1619250" cy="2109787"/>
          </a:xfrm>
          <a:prstGeom prst="rect">
            <a:avLst/>
          </a:prstGeom>
        </p:spPr>
      </p:pic>
    </p:spTree>
    <p:extLst>
      <p:ext uri="{BB962C8B-B14F-4D97-AF65-F5344CB8AC3E}">
        <p14:creationId xmlns:p14="http://schemas.microsoft.com/office/powerpoint/2010/main" val="3962583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12</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3641638" cy="830997"/>
          </a:xfrm>
          <a:prstGeom prst="rect">
            <a:avLst/>
          </a:prstGeom>
        </p:spPr>
        <p:txBody>
          <a:bodyPr wrap="none">
            <a:spAutoFit/>
          </a:bodyPr>
          <a:lstStyle/>
          <a:p>
            <a:r>
              <a:rPr lang="ca-ES" sz="4800"/>
              <a:t>Element Tree:</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2F154C9E-DB02-424B-B532-29DFF0191C20}"/>
              </a:ext>
            </a:extLst>
          </p:cNvPr>
          <p:cNvSpPr txBox="1"/>
          <p:nvPr/>
        </p:nvSpPr>
        <p:spPr>
          <a:xfrm>
            <a:off x="861517" y="1575871"/>
            <a:ext cx="7416824" cy="369332"/>
          </a:xfrm>
          <a:prstGeom prst="rect">
            <a:avLst/>
          </a:prstGeom>
          <a:noFill/>
        </p:spPr>
        <p:txBody>
          <a:bodyPr wrap="square">
            <a:spAutoFit/>
          </a:bodyPr>
          <a:lstStyle/>
          <a:p>
            <a:pPr algn="l"/>
            <a:endParaRPr lang="en-US" b="0" i="0">
              <a:solidFill>
                <a:srgbClr val="292929"/>
              </a:solidFill>
              <a:effectLst/>
              <a:latin typeface="sohne"/>
            </a:endParaRPr>
          </a:p>
        </p:txBody>
      </p:sp>
      <p:sp>
        <p:nvSpPr>
          <p:cNvPr id="2" name="Rectangle 1">
            <a:extLst>
              <a:ext uri="{FF2B5EF4-FFF2-40B4-BE49-F238E27FC236}">
                <a16:creationId xmlns:a16="http://schemas.microsoft.com/office/drawing/2014/main" id="{25ACB62E-5231-4AC1-A8CE-FE457BE12FC3}"/>
              </a:ext>
            </a:extLst>
          </p:cNvPr>
          <p:cNvSpPr>
            <a:spLocks noChangeArrowheads="1"/>
          </p:cNvSpPr>
          <p:nvPr/>
        </p:nvSpPr>
        <p:spPr bwMode="auto">
          <a:xfrm>
            <a:off x="380470" y="1574359"/>
            <a:ext cx="5904656" cy="450508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9522" rIns="0" bIns="-952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 Arbre d'elements -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Els elements són </a:t>
            </a:r>
            <a:r>
              <a:rPr kumimoji="0" lang="ca-ES" altLang="ca-ES" sz="2100" b="1" i="0" u="none" strike="noStrike" cap="none" normalizeH="0" baseline="0">
                <a:ln>
                  <a:noFill/>
                </a:ln>
                <a:solidFill>
                  <a:srgbClr val="FF0000"/>
                </a:solidFill>
                <a:effectLst/>
                <a:latin typeface="inherit"/>
              </a:rPr>
              <a:t>mutables</a:t>
            </a:r>
            <a:r>
              <a:rPr kumimoji="0" lang="ca-ES" altLang="ca-ES" sz="2100" b="0" i="0" u="none" strike="noStrike" cap="none" normalizeH="0" baseline="0">
                <a:ln>
                  <a:noFill/>
                </a:ln>
                <a:solidFill>
                  <a:srgbClr val="202124"/>
                </a:solidFill>
                <a:effectLst/>
                <a:latin typeface="inherit"/>
              </a:rPr>
              <a:t> en comparació amb els widgets.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ca-ES" altLang="ca-ES" sz="2100" b="0" i="0" u="none" strike="noStrike" cap="none" normalizeH="0" baseline="0">
              <a:ln>
                <a:noFill/>
              </a:ln>
              <a:solidFill>
                <a:srgbClr val="202124"/>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Significa que les propietats dins d'un element es poden canviar sense necessitat de crear-ne un de nou.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lang="ca-ES" altLang="ca-ES" sz="2100">
                <a:solidFill>
                  <a:srgbClr val="202124"/>
                </a:solidFill>
                <a:latin typeface="inherit"/>
              </a:rPr>
              <a:t>Un </a:t>
            </a:r>
            <a:r>
              <a:rPr kumimoji="0" lang="ca-ES" altLang="ca-ES" sz="2100" b="1" i="0" u="none" strike="noStrike" cap="none" normalizeH="0" baseline="0">
                <a:ln>
                  <a:noFill/>
                </a:ln>
                <a:solidFill>
                  <a:srgbClr val="202124"/>
                </a:solidFill>
                <a:effectLst/>
                <a:latin typeface="inherit"/>
              </a:rPr>
              <a:t>element</a:t>
            </a:r>
            <a:r>
              <a:rPr kumimoji="0" lang="ca-ES" altLang="ca-ES" sz="2100" b="0" i="0" u="none" strike="noStrike" cap="none" normalizeH="0" baseline="0">
                <a:ln>
                  <a:noFill/>
                </a:ln>
                <a:solidFill>
                  <a:srgbClr val="202124"/>
                </a:solidFill>
                <a:effectLst/>
                <a:latin typeface="inherit"/>
              </a:rPr>
              <a:t> és: "Una instanciació d'un widget en una ubicació determinada de l'arbre".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Per tant un </a:t>
            </a:r>
            <a:r>
              <a:rPr kumimoji="0" lang="ca-ES" altLang="ca-ES" sz="2100" i="0" u="none" strike="noStrike" cap="none" normalizeH="0" baseline="0">
                <a:ln>
                  <a:noFill/>
                </a:ln>
                <a:solidFill>
                  <a:srgbClr val="202124"/>
                </a:solidFill>
                <a:effectLst/>
                <a:latin typeface="inherit"/>
              </a:rPr>
              <a:t>element</a:t>
            </a:r>
            <a:r>
              <a:rPr kumimoji="0" lang="ca-ES" altLang="ca-ES" sz="2100" b="0" i="0" u="none" strike="noStrike" cap="none" normalizeH="0" baseline="0">
                <a:ln>
                  <a:noFill/>
                </a:ln>
                <a:solidFill>
                  <a:srgbClr val="202124"/>
                </a:solidFill>
                <a:effectLst/>
                <a:latin typeface="inherit"/>
              </a:rPr>
              <a:t> és qui s'encarrega d'</a:t>
            </a:r>
            <a:r>
              <a:rPr kumimoji="0" lang="ca-ES" altLang="ca-ES" sz="2100" b="1" i="0" u="none" strike="noStrike" cap="none" normalizeH="0" baseline="0">
                <a:ln>
                  <a:noFill/>
                </a:ln>
                <a:solidFill>
                  <a:srgbClr val="202124"/>
                </a:solidFill>
                <a:effectLst/>
                <a:latin typeface="inherit"/>
              </a:rPr>
              <a:t>actualitzar la interfície d'usuari</a:t>
            </a:r>
            <a:r>
              <a:rPr kumimoji="0" lang="ca-ES" altLang="ca-ES" sz="2100" b="0" i="0" u="none" strike="noStrike" cap="none" normalizeH="0" baseline="0">
                <a:ln>
                  <a:noFill/>
                </a:ln>
                <a:solidFill>
                  <a:srgbClr val="202124"/>
                </a:solidFill>
                <a:effectLst/>
                <a:latin typeface="inherit"/>
              </a:rPr>
              <a:t>, sent una mena d'enllaç entre Widget i Render Object.</a:t>
            </a:r>
            <a:r>
              <a:rPr kumimoji="0" lang="ca-ES" altLang="ca-ES" sz="400" b="0" i="0" u="none" strike="noStrike" cap="none" normalizeH="0" baseline="0">
                <a:ln>
                  <a:noFill/>
                </a:ln>
                <a:solidFill>
                  <a:schemeClr val="tx1"/>
                </a:solidFill>
                <a:effectLst/>
              </a:rPr>
              <a:t> </a:t>
            </a:r>
            <a:endParaRPr kumimoji="0" lang="ca-ES" altLang="ca-ES"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207F108B-78EC-4646-8854-DAC58473FFC5}"/>
              </a:ext>
            </a:extLst>
          </p:cNvPr>
          <p:cNvPicPr>
            <a:picLocks noChangeAspect="1"/>
          </p:cNvPicPr>
          <p:nvPr/>
        </p:nvPicPr>
        <p:blipFill>
          <a:blip r:embed="rId3"/>
          <a:stretch>
            <a:fillRect/>
          </a:stretch>
        </p:blipFill>
        <p:spPr>
          <a:xfrm>
            <a:off x="6444208" y="1410747"/>
            <a:ext cx="2508517" cy="2882825"/>
          </a:xfrm>
          <a:prstGeom prst="rect">
            <a:avLst/>
          </a:prstGeom>
        </p:spPr>
      </p:pic>
    </p:spTree>
    <p:extLst>
      <p:ext uri="{BB962C8B-B14F-4D97-AF65-F5344CB8AC3E}">
        <p14:creationId xmlns:p14="http://schemas.microsoft.com/office/powerpoint/2010/main" val="945627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13</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3368807" cy="830997"/>
          </a:xfrm>
          <a:prstGeom prst="rect">
            <a:avLst/>
          </a:prstGeom>
        </p:spPr>
        <p:txBody>
          <a:bodyPr wrap="none">
            <a:spAutoFit/>
          </a:bodyPr>
          <a:lstStyle/>
          <a:p>
            <a:r>
              <a:rPr lang="ca-ES" sz="4800"/>
              <a:t>Render Tree:</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2F154C9E-DB02-424B-B532-29DFF0191C20}"/>
              </a:ext>
            </a:extLst>
          </p:cNvPr>
          <p:cNvSpPr txBox="1"/>
          <p:nvPr/>
        </p:nvSpPr>
        <p:spPr>
          <a:xfrm>
            <a:off x="861517" y="1575871"/>
            <a:ext cx="7416824" cy="369332"/>
          </a:xfrm>
          <a:prstGeom prst="rect">
            <a:avLst/>
          </a:prstGeom>
          <a:noFill/>
        </p:spPr>
        <p:txBody>
          <a:bodyPr wrap="square">
            <a:spAutoFit/>
          </a:bodyPr>
          <a:lstStyle/>
          <a:p>
            <a:pPr algn="l"/>
            <a:endParaRPr lang="en-US" b="0" i="0">
              <a:solidFill>
                <a:srgbClr val="292929"/>
              </a:solidFill>
              <a:effectLst/>
              <a:latin typeface="sohne"/>
            </a:endParaRPr>
          </a:p>
        </p:txBody>
      </p:sp>
      <p:sp>
        <p:nvSpPr>
          <p:cNvPr id="3" name="Rectangle 1">
            <a:extLst>
              <a:ext uri="{FF2B5EF4-FFF2-40B4-BE49-F238E27FC236}">
                <a16:creationId xmlns:a16="http://schemas.microsoft.com/office/drawing/2014/main" id="{7F050983-7E97-4399-BED6-4F78B996867F}"/>
              </a:ext>
            </a:extLst>
          </p:cNvPr>
          <p:cNvSpPr>
            <a:spLocks noChangeArrowheads="1"/>
          </p:cNvSpPr>
          <p:nvPr/>
        </p:nvSpPr>
        <p:spPr bwMode="auto">
          <a:xfrm>
            <a:off x="442121" y="1333296"/>
            <a:ext cx="6093838" cy="4505085"/>
          </a:xfrm>
          <a:prstGeom prst="rect">
            <a:avLst/>
          </a:prstGeom>
          <a:solidFill>
            <a:schemeClr val="accent2">
              <a:lumMod val="20000"/>
              <a:lumOff val="80000"/>
            </a:schemeClr>
          </a:solidFill>
          <a:ln>
            <a:headEnd/>
            <a:tailEnd/>
          </a:ln>
        </p:spPr>
        <p:style>
          <a:lnRef idx="1">
            <a:schemeClr val="accent6"/>
          </a:lnRef>
          <a:fillRef idx="2">
            <a:schemeClr val="accent6"/>
          </a:fillRef>
          <a:effectRef idx="1">
            <a:schemeClr val="accent6"/>
          </a:effectRef>
          <a:fontRef idx="minor">
            <a:schemeClr val="dk1"/>
          </a:fontRef>
        </p:style>
        <p:txBody>
          <a:bodyPr vert="horz" wrap="square" lIns="0" tIns="-9522" rIns="0" bIns="-952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ca-ES" altLang="ca-ES" sz="2100">
                <a:solidFill>
                  <a:srgbClr val="202124"/>
                </a:solidFill>
                <a:latin typeface="inherit"/>
              </a:rPr>
              <a:t> - A</a:t>
            </a:r>
            <a:r>
              <a:rPr kumimoji="0" lang="ca-ES" altLang="ca-ES" sz="2100" b="0" i="0" u="none" strike="noStrike" cap="none" normalizeH="0" baseline="0">
                <a:ln>
                  <a:noFill/>
                </a:ln>
                <a:solidFill>
                  <a:srgbClr val="202124"/>
                </a:solidFill>
                <a:effectLst/>
                <a:latin typeface="inherit"/>
              </a:rPr>
              <a:t>rbre d'objectes render –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Render Object és la font d'informació per dibuixar els components de la interfície d'usuari. En lloc de mirar l'arbre dels widgets, Flutter mira l'arbre dels objectes de renderització.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Una </a:t>
            </a:r>
            <a:r>
              <a:rPr kumimoji="0" lang="ca-ES" altLang="ca-ES" sz="2100" b="1" i="0" u="none" strike="noStrike" cap="none" normalizeH="0" baseline="0">
                <a:ln>
                  <a:noFill/>
                </a:ln>
                <a:solidFill>
                  <a:srgbClr val="FF0000"/>
                </a:solidFill>
                <a:effectLst/>
                <a:latin typeface="inherit"/>
              </a:rPr>
              <a:t>única instància</a:t>
            </a:r>
            <a:r>
              <a:rPr kumimoji="0" lang="ca-ES" altLang="ca-ES" sz="2100" b="0" i="0" u="none" strike="noStrike" cap="none" normalizeH="0" baseline="0">
                <a:ln>
                  <a:noFill/>
                </a:ln>
                <a:solidFill>
                  <a:srgbClr val="202124"/>
                </a:solidFill>
                <a:effectLst/>
                <a:latin typeface="inherit"/>
              </a:rPr>
              <a:t> de Render Object conté tota la informació sobre mides, pintura i lògica de disseny del widget. </a:t>
            </a:r>
          </a:p>
          <a:p>
            <a:pPr marL="0" marR="0" lvl="0" indent="0" algn="l" defTabSz="914400" rtl="0" eaLnBrk="0" fontAlgn="base" latinLnBrk="0" hangingPunct="0">
              <a:lnSpc>
                <a:spcPct val="100000"/>
              </a:lnSpc>
              <a:spcBef>
                <a:spcPct val="0"/>
              </a:spcBef>
              <a:spcAft>
                <a:spcPct val="0"/>
              </a:spcAft>
              <a:buClrTx/>
              <a:buSzTx/>
              <a:buFontTx/>
              <a:buNone/>
              <a:tabLst/>
            </a:pPr>
            <a:endParaRPr lang="ca-ES" altLang="ca-ES" sz="2100">
              <a:solidFill>
                <a:srgbClr val="202124"/>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a-ES" altLang="ca-ES" sz="2100" b="0" i="0" u="none" strike="noStrike" cap="none" normalizeH="0" baseline="0">
                <a:ln>
                  <a:noFill/>
                </a:ln>
                <a:solidFill>
                  <a:srgbClr val="202124"/>
                </a:solidFill>
                <a:effectLst/>
                <a:latin typeface="inherit"/>
              </a:rPr>
              <a:t>Això fa que sigui molt costós de crear, de manera que Flutter crearà un nou objecte de renderització només quan sigui estrictament necessari.</a:t>
            </a:r>
            <a:r>
              <a:rPr kumimoji="0" lang="ca-ES" altLang="ca-ES" sz="400" b="0" i="0" u="none" strike="noStrike" cap="none" normalizeH="0" baseline="0">
                <a:ln>
                  <a:noFill/>
                </a:ln>
                <a:solidFill>
                  <a:schemeClr val="tx1"/>
                </a:solidFill>
                <a:effectLst/>
              </a:rPr>
              <a:t> </a:t>
            </a:r>
            <a:endParaRPr kumimoji="0" lang="ca-ES" altLang="ca-ES"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535201A6-53B2-4CD1-8BE3-F994690AB4CD}"/>
              </a:ext>
            </a:extLst>
          </p:cNvPr>
          <p:cNvPicPr>
            <a:picLocks noChangeAspect="1"/>
          </p:cNvPicPr>
          <p:nvPr/>
        </p:nvPicPr>
        <p:blipFill>
          <a:blip r:embed="rId3"/>
          <a:stretch>
            <a:fillRect/>
          </a:stretch>
        </p:blipFill>
        <p:spPr>
          <a:xfrm>
            <a:off x="6732240" y="1333296"/>
            <a:ext cx="2262795" cy="2599556"/>
          </a:xfrm>
          <a:prstGeom prst="rect">
            <a:avLst/>
          </a:prstGeom>
        </p:spPr>
      </p:pic>
    </p:spTree>
    <p:extLst>
      <p:ext uri="{BB962C8B-B14F-4D97-AF65-F5344CB8AC3E}">
        <p14:creationId xmlns:p14="http://schemas.microsoft.com/office/powerpoint/2010/main" val="3701751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14</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7301038" cy="830997"/>
          </a:xfrm>
          <a:prstGeom prst="rect">
            <a:avLst/>
          </a:prstGeom>
        </p:spPr>
        <p:txBody>
          <a:bodyPr wrap="none">
            <a:spAutoFit/>
          </a:bodyPr>
          <a:lstStyle/>
          <a:p>
            <a:r>
              <a:rPr lang="ca-ES" sz="4800"/>
              <a:t>Widgets / Element / Render:</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2F154C9E-DB02-424B-B532-29DFF0191C20}"/>
              </a:ext>
            </a:extLst>
          </p:cNvPr>
          <p:cNvSpPr txBox="1"/>
          <p:nvPr/>
        </p:nvSpPr>
        <p:spPr>
          <a:xfrm>
            <a:off x="861517" y="1575871"/>
            <a:ext cx="7416824" cy="369332"/>
          </a:xfrm>
          <a:prstGeom prst="rect">
            <a:avLst/>
          </a:prstGeom>
          <a:noFill/>
        </p:spPr>
        <p:txBody>
          <a:bodyPr wrap="square">
            <a:spAutoFit/>
          </a:bodyPr>
          <a:lstStyle/>
          <a:p>
            <a:pPr algn="l"/>
            <a:endParaRPr lang="en-US" b="0" i="0">
              <a:solidFill>
                <a:srgbClr val="292929"/>
              </a:solidFill>
              <a:effectLst/>
              <a:latin typeface="sohne"/>
            </a:endParaRPr>
          </a:p>
        </p:txBody>
      </p:sp>
      <p:pic>
        <p:nvPicPr>
          <p:cNvPr id="5" name="Imagen 4">
            <a:extLst>
              <a:ext uri="{FF2B5EF4-FFF2-40B4-BE49-F238E27FC236}">
                <a16:creationId xmlns:a16="http://schemas.microsoft.com/office/drawing/2014/main" id="{41C77838-CEAA-4859-82D6-B1381697666B}"/>
              </a:ext>
            </a:extLst>
          </p:cNvPr>
          <p:cNvPicPr>
            <a:picLocks noChangeAspect="1"/>
          </p:cNvPicPr>
          <p:nvPr/>
        </p:nvPicPr>
        <p:blipFill>
          <a:blip r:embed="rId3"/>
          <a:stretch>
            <a:fillRect/>
          </a:stretch>
        </p:blipFill>
        <p:spPr>
          <a:xfrm>
            <a:off x="971550" y="1828800"/>
            <a:ext cx="7200900" cy="3200400"/>
          </a:xfrm>
          <a:prstGeom prst="rect">
            <a:avLst/>
          </a:prstGeom>
          <a:ln>
            <a:noFill/>
          </a:ln>
          <a:effectLst>
            <a:outerShdw blurRad="292100" dist="139700" dir="2700000" algn="tl" rotWithShape="0">
              <a:srgbClr val="333333">
                <a:alpha val="65000"/>
              </a:srgbClr>
            </a:outerShdw>
          </a:effectLst>
        </p:spPr>
      </p:pic>
      <p:sp>
        <p:nvSpPr>
          <p:cNvPr id="8" name="Flecha: hacia abajo 7">
            <a:extLst>
              <a:ext uri="{FF2B5EF4-FFF2-40B4-BE49-F238E27FC236}">
                <a16:creationId xmlns:a16="http://schemas.microsoft.com/office/drawing/2014/main" id="{1C6E3FC6-5205-436A-837C-60DEDEEEDAA4}"/>
              </a:ext>
            </a:extLst>
          </p:cNvPr>
          <p:cNvSpPr/>
          <p:nvPr/>
        </p:nvSpPr>
        <p:spPr>
          <a:xfrm rot="10800000">
            <a:off x="4427986" y="4725144"/>
            <a:ext cx="216024" cy="11521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a-ES"/>
          </a:p>
        </p:txBody>
      </p:sp>
      <p:sp>
        <p:nvSpPr>
          <p:cNvPr id="13" name="Rectángulo 12">
            <a:extLst>
              <a:ext uri="{FF2B5EF4-FFF2-40B4-BE49-F238E27FC236}">
                <a16:creationId xmlns:a16="http://schemas.microsoft.com/office/drawing/2014/main" id="{3953293E-2964-4685-8D6C-81B5E2212F8A}"/>
              </a:ext>
            </a:extLst>
          </p:cNvPr>
          <p:cNvSpPr/>
          <p:nvPr/>
        </p:nvSpPr>
        <p:spPr>
          <a:xfrm>
            <a:off x="984870" y="5445224"/>
            <a:ext cx="7848872" cy="1200329"/>
          </a:xfrm>
          <a:prstGeom prst="rect">
            <a:avLst/>
          </a:prstGeom>
        </p:spPr>
        <p:txBody>
          <a:bodyPr wrap="square">
            <a:spAutoFit/>
          </a:bodyPr>
          <a:lstStyle/>
          <a:p>
            <a:pPr>
              <a:buFont typeface="Arial" panose="020B0604020202020204" pitchFamily="34" charset="0"/>
              <a:buChar char="•"/>
            </a:pPr>
            <a:endParaRPr lang="es-ES">
              <a:solidFill>
                <a:srgbClr val="111111"/>
              </a:solidFill>
              <a:latin typeface="Open sans"/>
            </a:endParaRPr>
          </a:p>
          <a:p>
            <a:pPr>
              <a:buFont typeface="Arial" panose="020B0604020202020204" pitchFamily="34" charset="0"/>
              <a:buChar char="•"/>
            </a:pPr>
            <a:endParaRPr lang="es-ES" dirty="0">
              <a:solidFill>
                <a:srgbClr val="111111"/>
              </a:solidFill>
              <a:latin typeface="Open sans"/>
            </a:endParaRPr>
          </a:p>
          <a:p>
            <a:r>
              <a:rPr lang="es-ES">
                <a:solidFill>
                  <a:srgbClr val="111111"/>
                </a:solidFill>
                <a:latin typeface="Open sans"/>
              </a:rPr>
              <a:t>Els </a:t>
            </a:r>
            <a:r>
              <a:rPr lang="es-ES" b="1">
                <a:solidFill>
                  <a:srgbClr val="FF0000"/>
                </a:solidFill>
                <a:latin typeface="Open sans"/>
              </a:rPr>
              <a:t>Stateless Elements</a:t>
            </a:r>
            <a:r>
              <a:rPr lang="es-ES">
                <a:solidFill>
                  <a:srgbClr val="111111"/>
                </a:solidFill>
                <a:latin typeface="Open sans"/>
              </a:rPr>
              <a:t> “enllaçen“ els Widgets i la seva renderització</a:t>
            </a:r>
            <a:endParaRPr lang="es-ES" dirty="0">
              <a:solidFill>
                <a:srgbClr val="111111"/>
              </a:solidFill>
              <a:latin typeface="Open sans"/>
            </a:endParaRPr>
          </a:p>
          <a:p>
            <a:endParaRPr lang="es-ES" dirty="0">
              <a:solidFill>
                <a:srgbClr val="111111"/>
              </a:solidFill>
              <a:latin typeface="Open sans"/>
            </a:endParaRPr>
          </a:p>
        </p:txBody>
      </p:sp>
    </p:spTree>
    <p:extLst>
      <p:ext uri="{BB962C8B-B14F-4D97-AF65-F5344CB8AC3E}">
        <p14:creationId xmlns:p14="http://schemas.microsoft.com/office/powerpoint/2010/main" val="2571587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15</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1907704" y="398636"/>
            <a:ext cx="7301038" cy="830997"/>
          </a:xfrm>
          <a:prstGeom prst="rect">
            <a:avLst/>
          </a:prstGeom>
        </p:spPr>
        <p:txBody>
          <a:bodyPr wrap="none">
            <a:spAutoFit/>
          </a:bodyPr>
          <a:lstStyle/>
          <a:p>
            <a:r>
              <a:rPr lang="ca-ES" sz="4800"/>
              <a:t>Widgets / Element / Render:</a:t>
            </a:r>
            <a:endParaRPr lang="ca-ES" sz="4800" dirty="0"/>
          </a:p>
        </p:txBody>
      </p:sp>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9" name="CuadroTexto 8">
            <a:extLst>
              <a:ext uri="{FF2B5EF4-FFF2-40B4-BE49-F238E27FC236}">
                <a16:creationId xmlns:a16="http://schemas.microsoft.com/office/drawing/2014/main" id="{2F154C9E-DB02-424B-B532-29DFF0191C20}"/>
              </a:ext>
            </a:extLst>
          </p:cNvPr>
          <p:cNvSpPr txBox="1"/>
          <p:nvPr/>
        </p:nvSpPr>
        <p:spPr>
          <a:xfrm>
            <a:off x="861517" y="1575871"/>
            <a:ext cx="7416824" cy="369332"/>
          </a:xfrm>
          <a:prstGeom prst="rect">
            <a:avLst/>
          </a:prstGeom>
          <a:noFill/>
        </p:spPr>
        <p:txBody>
          <a:bodyPr wrap="square">
            <a:spAutoFit/>
          </a:bodyPr>
          <a:lstStyle/>
          <a:p>
            <a:pPr algn="l"/>
            <a:endParaRPr lang="en-US" b="0" i="0">
              <a:solidFill>
                <a:srgbClr val="292929"/>
              </a:solidFill>
              <a:effectLst/>
              <a:latin typeface="sohne"/>
            </a:endParaRPr>
          </a:p>
        </p:txBody>
      </p:sp>
      <p:pic>
        <p:nvPicPr>
          <p:cNvPr id="3" name="Imagen 2">
            <a:extLst>
              <a:ext uri="{FF2B5EF4-FFF2-40B4-BE49-F238E27FC236}">
                <a16:creationId xmlns:a16="http://schemas.microsoft.com/office/drawing/2014/main" id="{9C5FC28E-EBB4-4C56-A293-0DE53AF338CF}"/>
              </a:ext>
            </a:extLst>
          </p:cNvPr>
          <p:cNvPicPr>
            <a:picLocks noChangeAspect="1"/>
          </p:cNvPicPr>
          <p:nvPr/>
        </p:nvPicPr>
        <p:blipFill>
          <a:blip r:embed="rId3"/>
          <a:stretch>
            <a:fillRect/>
          </a:stretch>
        </p:blipFill>
        <p:spPr>
          <a:xfrm>
            <a:off x="861517" y="1531386"/>
            <a:ext cx="7693297" cy="4509013"/>
          </a:xfrm>
          <a:prstGeom prst="rect">
            <a:avLst/>
          </a:prstGeom>
        </p:spPr>
      </p:pic>
    </p:spTree>
    <p:extLst>
      <p:ext uri="{BB962C8B-B14F-4D97-AF65-F5344CB8AC3E}">
        <p14:creationId xmlns:p14="http://schemas.microsoft.com/office/powerpoint/2010/main" val="3109364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número de diapositiva"/>
          <p:cNvSpPr>
            <a:spLocks noGrp="1"/>
          </p:cNvSpPr>
          <p:nvPr>
            <p:ph type="sldNum" sz="quarter" idx="12"/>
          </p:nvPr>
        </p:nvSpPr>
        <p:spPr/>
        <p:txBody>
          <a:bodyPr/>
          <a:lstStyle/>
          <a:p>
            <a:fld id="{C0239955-C15B-41DB-967D-F8DF5C478B3E}" type="slidenum">
              <a:rPr lang="es-ES" smtClean="0"/>
              <a:pPr/>
              <a:t>16</a:t>
            </a:fld>
            <a:endParaRPr lang="es-ES"/>
          </a:p>
        </p:txBody>
      </p:sp>
      <p:pic>
        <p:nvPicPr>
          <p:cNvPr id="7" name="Picture 2" descr="Salesians Sarrià"/>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675" y="100965"/>
            <a:ext cx="1121569" cy="1121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p:cNvSpPr/>
          <p:nvPr/>
        </p:nvSpPr>
        <p:spPr>
          <a:xfrm>
            <a:off x="2081448" y="516742"/>
            <a:ext cx="6811032" cy="830997"/>
          </a:xfrm>
          <a:prstGeom prst="rect">
            <a:avLst/>
          </a:prstGeom>
        </p:spPr>
        <p:txBody>
          <a:bodyPr wrap="none">
            <a:spAutoFit/>
          </a:bodyPr>
          <a:lstStyle/>
          <a:p>
            <a:r>
              <a:rPr lang="ca-ES" sz="4800"/>
              <a:t>Cicle de vida dels Widgets:</a:t>
            </a:r>
            <a:endParaRPr lang="ca-ES" sz="4800" dirty="0"/>
          </a:p>
        </p:txBody>
      </p:sp>
      <p:pic>
        <p:nvPicPr>
          <p:cNvPr id="5" name="Imagen 4">
            <a:extLst>
              <a:ext uri="{FF2B5EF4-FFF2-40B4-BE49-F238E27FC236}">
                <a16:creationId xmlns:a16="http://schemas.microsoft.com/office/drawing/2014/main" id="{A10C6C4D-56B9-4410-9830-789654D7428A}"/>
              </a:ext>
            </a:extLst>
          </p:cNvPr>
          <p:cNvPicPr>
            <a:picLocks noChangeAspect="1"/>
          </p:cNvPicPr>
          <p:nvPr/>
        </p:nvPicPr>
        <p:blipFill>
          <a:blip r:embed="rId3"/>
          <a:stretch>
            <a:fillRect/>
          </a:stretch>
        </p:blipFill>
        <p:spPr>
          <a:xfrm>
            <a:off x="333025" y="1628800"/>
            <a:ext cx="8559455" cy="3230951"/>
          </a:xfrm>
          <a:prstGeom prst="rect">
            <a:avLst/>
          </a:prstGeom>
          <a:ln>
            <a:noFill/>
          </a:ln>
          <a:effectLst>
            <a:outerShdw blurRad="292100" dist="139700" dir="2700000" algn="tl" rotWithShape="0">
              <a:srgbClr val="333333">
                <a:alpha val="65000"/>
              </a:srgbClr>
            </a:outerShdw>
          </a:effectLst>
        </p:spPr>
      </p:pic>
      <p:sp>
        <p:nvSpPr>
          <p:cNvPr id="12" name="8 Rectángulo">
            <a:extLst>
              <a:ext uri="{FF2B5EF4-FFF2-40B4-BE49-F238E27FC236}">
                <a16:creationId xmlns:a16="http://schemas.microsoft.com/office/drawing/2014/main" id="{C0DC1F53-6211-49AE-9326-CE188DF75D2B}"/>
              </a:ext>
            </a:extLst>
          </p:cNvPr>
          <p:cNvSpPr/>
          <p:nvPr/>
        </p:nvSpPr>
        <p:spPr>
          <a:xfrm>
            <a:off x="6186290" y="116632"/>
            <a:ext cx="2706190" cy="400110"/>
          </a:xfrm>
          <a:prstGeom prst="rect">
            <a:avLst/>
          </a:prstGeom>
        </p:spPr>
        <p:txBody>
          <a:bodyPr wrap="square">
            <a:spAutoFit/>
          </a:bodyPr>
          <a:lstStyle/>
          <a:p>
            <a:r>
              <a:rPr lang="es-ES" sz="2000" b="1"/>
              <a:t>Arquitectura de Flutter</a:t>
            </a:r>
            <a:endParaRPr lang="es-ES" sz="2000" b="1" dirty="0"/>
          </a:p>
        </p:txBody>
      </p:sp>
      <p:sp>
        <p:nvSpPr>
          <p:cNvPr id="8" name="CuadroTexto 7">
            <a:extLst>
              <a:ext uri="{FF2B5EF4-FFF2-40B4-BE49-F238E27FC236}">
                <a16:creationId xmlns:a16="http://schemas.microsoft.com/office/drawing/2014/main" id="{FA428FE9-1765-4264-864B-494AB7FE9F53}"/>
              </a:ext>
            </a:extLst>
          </p:cNvPr>
          <p:cNvSpPr txBox="1"/>
          <p:nvPr/>
        </p:nvSpPr>
        <p:spPr>
          <a:xfrm>
            <a:off x="333024" y="5229200"/>
            <a:ext cx="8703471" cy="369332"/>
          </a:xfrm>
          <a:prstGeom prst="rect">
            <a:avLst/>
          </a:prstGeom>
          <a:noFill/>
        </p:spPr>
        <p:txBody>
          <a:bodyPr wrap="square">
            <a:spAutoFit/>
          </a:bodyPr>
          <a:lstStyle/>
          <a:p>
            <a:r>
              <a:rPr lang="ca-ES"/>
              <a:t>https://flutter-lifecycle-widgets.medium.com/life-cycle-of-widgets-in-flutter-618b72a7f3f1</a:t>
            </a:r>
          </a:p>
        </p:txBody>
      </p:sp>
    </p:spTree>
    <p:extLst>
      <p:ext uri="{BB962C8B-B14F-4D97-AF65-F5344CB8AC3E}">
        <p14:creationId xmlns:p14="http://schemas.microsoft.com/office/powerpoint/2010/main" val="1774990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1207</Words>
  <Application>Microsoft Office PowerPoint</Application>
  <PresentationFormat>Presentación en pantalla (4:3)</PresentationFormat>
  <Paragraphs>139</Paragraphs>
  <Slides>16</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Arial</vt:lpstr>
      <vt:lpstr>Calibri</vt:lpstr>
      <vt:lpstr>Courier New</vt:lpstr>
      <vt:lpstr>inherit</vt:lpstr>
      <vt:lpstr>Open sans</vt:lpstr>
      <vt:lpstr>Roboto</vt:lpstr>
      <vt:lpstr>sohne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EPSS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RedBean - php ORM</dc:title>
  <dc:subject>C08 - 2011-2012</dc:subject>
  <dc:creator>Sergi Carreras i Sala</dc:creator>
  <cp:lastModifiedBy>Sergi Carreras i Sala</cp:lastModifiedBy>
  <cp:revision>244</cp:revision>
  <dcterms:created xsi:type="dcterms:W3CDTF">2010-02-17T17:39:07Z</dcterms:created>
  <dcterms:modified xsi:type="dcterms:W3CDTF">2025-11-15T19:17:07Z</dcterms:modified>
</cp:coreProperties>
</file>