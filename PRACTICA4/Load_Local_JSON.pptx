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6" r:id="rId4"/>
    <p:sldId id="278" r:id="rId5"/>
    <p:sldId id="281" r:id="rId6"/>
    <p:sldId id="277" r:id="rId7"/>
    <p:sldId id="279" r:id="rId8"/>
    <p:sldId id="280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gi Carreras i Sala" initials="SCiS" lastIdx="1" clrIdx="0">
    <p:extLst>
      <p:ext uri="{19B8F6BF-5375-455C-9EA6-DF929625EA0E}">
        <p15:presenceInfo xmlns:p15="http://schemas.microsoft.com/office/powerpoint/2012/main" userId="cace1fa3a892e4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60113-DB9F-4B9A-BF0A-BCB06A7493C3}" v="25" dt="2023-10-11T15:24:5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700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 Carreras i Sala" userId="cace1fa3a892e459" providerId="LiveId" clId="{4A4FAEE5-186E-4D91-808F-3F3A2C255490}"/>
    <pc:docChg chg="custSel addSld modSld sldOrd">
      <pc:chgData name="Sergi Carreras i Sala" userId="cace1fa3a892e459" providerId="LiveId" clId="{4A4FAEE5-186E-4D91-808F-3F3A2C255490}" dt="2021-01-14T19:04:40.216" v="118" actId="1076"/>
      <pc:docMkLst>
        <pc:docMk/>
      </pc:docMkLst>
      <pc:sldChg chg="modSp mod">
        <pc:chgData name="Sergi Carreras i Sala" userId="cace1fa3a892e459" providerId="LiveId" clId="{4A4FAEE5-186E-4D91-808F-3F3A2C255490}" dt="2021-01-13T16:05:21.036" v="5" actId="20577"/>
        <pc:sldMkLst>
          <pc:docMk/>
          <pc:sldMk cId="0" sldId="256"/>
        </pc:sldMkLst>
        <pc:spChg chg="mod">
          <ac:chgData name="Sergi Carreras i Sala" userId="cace1fa3a892e459" providerId="LiveId" clId="{4A4FAEE5-186E-4D91-808F-3F3A2C255490}" dt="2021-01-13T16:05:21.036" v="5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Sergi Carreras i Sala" userId="cace1fa3a892e459" providerId="LiveId" clId="{4A4FAEE5-186E-4D91-808F-3F3A2C255490}" dt="2021-01-14T19:02:56.846" v="91" actId="20577"/>
        <pc:sldMkLst>
          <pc:docMk/>
          <pc:sldMk cId="1711673559" sldId="259"/>
        </pc:sldMkLst>
        <pc:spChg chg="mod">
          <ac:chgData name="Sergi Carreras i Sala" userId="cace1fa3a892e459" providerId="LiveId" clId="{4A4FAEE5-186E-4D91-808F-3F3A2C255490}" dt="2021-01-14T19:02:56.846" v="91" actId="20577"/>
          <ac:spMkLst>
            <pc:docMk/>
            <pc:sldMk cId="1711673559" sldId="259"/>
            <ac:spMk id="3" creationId="{00000000-0000-0000-0000-000000000000}"/>
          </ac:spMkLst>
        </pc:spChg>
      </pc:sldChg>
      <pc:sldChg chg="modSp mod ord">
        <pc:chgData name="Sergi Carreras i Sala" userId="cace1fa3a892e459" providerId="LiveId" clId="{4A4FAEE5-186E-4D91-808F-3F3A2C255490}" dt="2021-01-13T16:07:05.735" v="18" actId="1076"/>
        <pc:sldMkLst>
          <pc:docMk/>
          <pc:sldMk cId="193474982" sldId="269"/>
        </pc:sldMkLst>
        <pc:spChg chg="mod">
          <ac:chgData name="Sergi Carreras i Sala" userId="cace1fa3a892e459" providerId="LiveId" clId="{4A4FAEE5-186E-4D91-808F-3F3A2C255490}" dt="2021-01-13T16:07:05.735" v="18" actId="1076"/>
          <ac:spMkLst>
            <pc:docMk/>
            <pc:sldMk cId="193474982" sldId="269"/>
            <ac:spMk id="4" creationId="{00000000-0000-0000-0000-000000000000}"/>
          </ac:spMkLst>
        </pc:spChg>
      </pc:sldChg>
      <pc:sldChg chg="modSp mod">
        <pc:chgData name="Sergi Carreras i Sala" userId="cace1fa3a892e459" providerId="LiveId" clId="{4A4FAEE5-186E-4D91-808F-3F3A2C255490}" dt="2021-01-14T19:04:40.216" v="118" actId="1076"/>
        <pc:sldMkLst>
          <pc:docMk/>
          <pc:sldMk cId="2542239272" sldId="282"/>
        </pc:sldMkLst>
        <pc:spChg chg="mod">
          <ac:chgData name="Sergi Carreras i Sala" userId="cace1fa3a892e459" providerId="LiveId" clId="{4A4FAEE5-186E-4D91-808F-3F3A2C255490}" dt="2021-01-14T19:04:40.216" v="118" actId="1076"/>
          <ac:spMkLst>
            <pc:docMk/>
            <pc:sldMk cId="2542239272" sldId="282"/>
            <ac:spMk id="4" creationId="{00000000-0000-0000-0000-000000000000}"/>
          </ac:spMkLst>
        </pc:spChg>
      </pc:sldChg>
      <pc:sldChg chg="addSp delSp modSp add mod">
        <pc:chgData name="Sergi Carreras i Sala" userId="cace1fa3a892e459" providerId="LiveId" clId="{4A4FAEE5-186E-4D91-808F-3F3A2C255490}" dt="2021-01-13T17:00:39.237" v="51" actId="20577"/>
        <pc:sldMkLst>
          <pc:docMk/>
          <pc:sldMk cId="2507769118" sldId="294"/>
        </pc:sldMkLst>
        <pc:spChg chg="mod">
          <ac:chgData name="Sergi Carreras i Sala" userId="cace1fa3a892e459" providerId="LiveId" clId="{4A4FAEE5-186E-4D91-808F-3F3A2C255490}" dt="2021-01-13T17:00:39.237" v="51" actId="20577"/>
          <ac:spMkLst>
            <pc:docMk/>
            <pc:sldMk cId="2507769118" sldId="294"/>
            <ac:spMk id="4" creationId="{00000000-0000-0000-0000-000000000000}"/>
          </ac:spMkLst>
        </pc:spChg>
        <pc:spChg chg="mod">
          <ac:chgData name="Sergi Carreras i Sala" userId="cace1fa3a892e459" providerId="LiveId" clId="{4A4FAEE5-186E-4D91-808F-3F3A2C255490}" dt="2021-01-13T17:00:21.128" v="26" actId="14100"/>
          <ac:spMkLst>
            <pc:docMk/>
            <pc:sldMk cId="2507769118" sldId="294"/>
            <ac:spMk id="11" creationId="{00000000-0000-0000-0000-000000000000}"/>
          </ac:spMkLst>
        </pc:spChg>
        <pc:picChg chg="del">
          <ac:chgData name="Sergi Carreras i Sala" userId="cace1fa3a892e459" providerId="LiveId" clId="{4A4FAEE5-186E-4D91-808F-3F3A2C255490}" dt="2021-01-13T17:00:02.384" v="20" actId="478"/>
          <ac:picMkLst>
            <pc:docMk/>
            <pc:sldMk cId="2507769118" sldId="294"/>
            <ac:picMk id="3" creationId="{00000000-0000-0000-0000-000000000000}"/>
          </ac:picMkLst>
        </pc:picChg>
        <pc:picChg chg="add mod ord">
          <ac:chgData name="Sergi Carreras i Sala" userId="cace1fa3a892e459" providerId="LiveId" clId="{4A4FAEE5-186E-4D91-808F-3F3A2C255490}" dt="2021-01-13T17:00:13.287" v="24" actId="1076"/>
          <ac:picMkLst>
            <pc:docMk/>
            <pc:sldMk cId="2507769118" sldId="294"/>
            <ac:picMk id="5" creationId="{97F706C3-5D90-4ED0-8E0F-F99069CCDA1E}"/>
          </ac:picMkLst>
        </pc:picChg>
      </pc:sldChg>
    </pc:docChg>
  </pc:docChgLst>
  <pc:docChgLst>
    <pc:chgData name="Sergi Carreras i Sala" userId="cace1fa3a892e459" providerId="LiveId" clId="{8774A8AD-97A1-425C-BBBE-BC0CE46B9B96}"/>
    <pc:docChg chg="undo custSel addSld delSld modSld">
      <pc:chgData name="Sergi Carreras i Sala" userId="cace1fa3a892e459" providerId="LiveId" clId="{8774A8AD-97A1-425C-BBBE-BC0CE46B9B96}" dt="2021-01-25T19:59:55.163" v="1063" actId="1076"/>
      <pc:docMkLst>
        <pc:docMk/>
      </pc:docMkLst>
      <pc:sldChg chg="modSp mod">
        <pc:chgData name="Sergi Carreras i Sala" userId="cace1fa3a892e459" providerId="LiveId" clId="{8774A8AD-97A1-425C-BBBE-BC0CE46B9B96}" dt="2021-01-25T18:34:45.435" v="246" actId="20577"/>
        <pc:sldMkLst>
          <pc:docMk/>
          <pc:sldMk cId="1711673559" sldId="259"/>
        </pc:sldMkLst>
        <pc:spChg chg="mod">
          <ac:chgData name="Sergi Carreras i Sala" userId="cace1fa3a892e459" providerId="LiveId" clId="{8774A8AD-97A1-425C-BBBE-BC0CE46B9B96}" dt="2021-01-25T18:34:45.435" v="246" actId="20577"/>
          <ac:spMkLst>
            <pc:docMk/>
            <pc:sldMk cId="1711673559" sldId="259"/>
            <ac:spMk id="3" creationId="{00000000-0000-0000-0000-000000000000}"/>
          </ac:spMkLst>
        </pc:spChg>
      </pc:sldChg>
      <pc:sldChg chg="modSp mod">
        <pc:chgData name="Sergi Carreras i Sala" userId="cace1fa3a892e459" providerId="LiveId" clId="{8774A8AD-97A1-425C-BBBE-BC0CE46B9B96}" dt="2021-01-22T18:50:59.224" v="2" actId="14100"/>
        <pc:sldMkLst>
          <pc:docMk/>
          <pc:sldMk cId="2352631511" sldId="261"/>
        </pc:sldMkLst>
        <pc:spChg chg="mod">
          <ac:chgData name="Sergi Carreras i Sala" userId="cace1fa3a892e459" providerId="LiveId" clId="{8774A8AD-97A1-425C-BBBE-BC0CE46B9B96}" dt="2021-01-22T18:50:53.440" v="0" actId="1076"/>
          <ac:spMkLst>
            <pc:docMk/>
            <pc:sldMk cId="2352631511" sldId="261"/>
            <ac:spMk id="4" creationId="{00000000-0000-0000-0000-000000000000}"/>
          </ac:spMkLst>
        </pc:spChg>
        <pc:spChg chg="mod">
          <ac:chgData name="Sergi Carreras i Sala" userId="cace1fa3a892e459" providerId="LiveId" clId="{8774A8AD-97A1-425C-BBBE-BC0CE46B9B96}" dt="2021-01-22T18:50:59.224" v="2" actId="14100"/>
          <ac:spMkLst>
            <pc:docMk/>
            <pc:sldMk cId="2352631511" sldId="261"/>
            <ac:spMk id="11" creationId="{00000000-0000-0000-0000-000000000000}"/>
          </ac:spMkLst>
        </pc:spChg>
      </pc:sldChg>
      <pc:sldChg chg="addSp delSp modSp mod">
        <pc:chgData name="Sergi Carreras i Sala" userId="cace1fa3a892e459" providerId="LiveId" clId="{8774A8AD-97A1-425C-BBBE-BC0CE46B9B96}" dt="2021-01-22T18:52:35.941" v="6" actId="1076"/>
        <pc:sldMkLst>
          <pc:docMk/>
          <pc:sldMk cId="1187147659" sldId="270"/>
        </pc:sldMkLst>
        <pc:picChg chg="del">
          <ac:chgData name="Sergi Carreras i Sala" userId="cace1fa3a892e459" providerId="LiveId" clId="{8774A8AD-97A1-425C-BBBE-BC0CE46B9B96}" dt="2021-01-22T18:52:30.196" v="3" actId="478"/>
          <ac:picMkLst>
            <pc:docMk/>
            <pc:sldMk cId="1187147659" sldId="270"/>
            <ac:picMk id="2" creationId="{00000000-0000-0000-0000-000000000000}"/>
          </ac:picMkLst>
        </pc:picChg>
        <pc:picChg chg="add mod">
          <ac:chgData name="Sergi Carreras i Sala" userId="cace1fa3a892e459" providerId="LiveId" clId="{8774A8AD-97A1-425C-BBBE-BC0CE46B9B96}" dt="2021-01-22T18:52:35.941" v="6" actId="1076"/>
          <ac:picMkLst>
            <pc:docMk/>
            <pc:sldMk cId="1187147659" sldId="270"/>
            <ac:picMk id="5" creationId="{5C753F37-95C7-4B2A-8343-DB79241AD04D}"/>
          </ac:picMkLst>
        </pc:picChg>
      </pc:sldChg>
      <pc:sldChg chg="addSp delSp modSp mod">
        <pc:chgData name="Sergi Carreras i Sala" userId="cace1fa3a892e459" providerId="LiveId" clId="{8774A8AD-97A1-425C-BBBE-BC0CE46B9B96}" dt="2021-01-22T18:53:28.411" v="10" actId="1076"/>
        <pc:sldMkLst>
          <pc:docMk/>
          <pc:sldMk cId="491791997" sldId="271"/>
        </pc:sldMkLst>
        <pc:picChg chg="del">
          <ac:chgData name="Sergi Carreras i Sala" userId="cace1fa3a892e459" providerId="LiveId" clId="{8774A8AD-97A1-425C-BBBE-BC0CE46B9B96}" dt="2021-01-22T18:52:48.934" v="7" actId="478"/>
          <ac:picMkLst>
            <pc:docMk/>
            <pc:sldMk cId="491791997" sldId="271"/>
            <ac:picMk id="3" creationId="{00000000-0000-0000-0000-000000000000}"/>
          </ac:picMkLst>
        </pc:picChg>
        <pc:picChg chg="add mod">
          <ac:chgData name="Sergi Carreras i Sala" userId="cace1fa3a892e459" providerId="LiveId" clId="{8774A8AD-97A1-425C-BBBE-BC0CE46B9B96}" dt="2021-01-22T18:53:28.411" v="10" actId="1076"/>
          <ac:picMkLst>
            <pc:docMk/>
            <pc:sldMk cId="491791997" sldId="271"/>
            <ac:picMk id="5" creationId="{3464799F-8B04-477A-A9AC-66BB96BB26B1}"/>
          </ac:picMkLst>
        </pc:picChg>
      </pc:sldChg>
      <pc:sldChg chg="addSp delSp modSp mod">
        <pc:chgData name="Sergi Carreras i Sala" userId="cace1fa3a892e459" providerId="LiveId" clId="{8774A8AD-97A1-425C-BBBE-BC0CE46B9B96}" dt="2021-01-22T18:54:46.996" v="62" actId="1037"/>
        <pc:sldMkLst>
          <pc:docMk/>
          <pc:sldMk cId="1516614547" sldId="272"/>
        </pc:sldMkLst>
        <pc:spChg chg="mod">
          <ac:chgData name="Sergi Carreras i Sala" userId="cace1fa3a892e459" providerId="LiveId" clId="{8774A8AD-97A1-425C-BBBE-BC0CE46B9B96}" dt="2021-01-22T18:54:46.996" v="62" actId="1037"/>
          <ac:spMkLst>
            <pc:docMk/>
            <pc:sldMk cId="1516614547" sldId="272"/>
            <ac:spMk id="5" creationId="{00000000-0000-0000-0000-000000000000}"/>
          </ac:spMkLst>
        </pc:spChg>
        <pc:spChg chg="mod">
          <ac:chgData name="Sergi Carreras i Sala" userId="cace1fa3a892e459" providerId="LiveId" clId="{8774A8AD-97A1-425C-BBBE-BC0CE46B9B96}" dt="2021-01-22T18:54:36.193" v="22" actId="1035"/>
          <ac:spMkLst>
            <pc:docMk/>
            <pc:sldMk cId="1516614547" sldId="272"/>
            <ac:spMk id="11" creationId="{00000000-0000-0000-0000-000000000000}"/>
          </ac:spMkLst>
        </pc:spChg>
        <pc:picChg chg="del">
          <ac:chgData name="Sergi Carreras i Sala" userId="cace1fa3a892e459" providerId="LiveId" clId="{8774A8AD-97A1-425C-BBBE-BC0CE46B9B96}" dt="2021-01-22T18:53:32.821" v="11" actId="478"/>
          <ac:picMkLst>
            <pc:docMk/>
            <pc:sldMk cId="1516614547" sldId="272"/>
            <ac:picMk id="2" creationId="{00000000-0000-0000-0000-000000000000}"/>
          </ac:picMkLst>
        </pc:picChg>
        <pc:picChg chg="add mod ord">
          <ac:chgData name="Sergi Carreras i Sala" userId="cace1fa3a892e459" providerId="LiveId" clId="{8774A8AD-97A1-425C-BBBE-BC0CE46B9B96}" dt="2021-01-22T18:54:30.038" v="16" actId="14100"/>
          <ac:picMkLst>
            <pc:docMk/>
            <pc:sldMk cId="1516614547" sldId="272"/>
            <ac:picMk id="6" creationId="{7DB02867-757E-4FD5-BAF8-555CFB92B69B}"/>
          </ac:picMkLst>
        </pc:picChg>
      </pc:sldChg>
      <pc:sldChg chg="addSp delSp modSp mod">
        <pc:chgData name="Sergi Carreras i Sala" userId="cace1fa3a892e459" providerId="LiveId" clId="{8774A8AD-97A1-425C-BBBE-BC0CE46B9B96}" dt="2021-01-22T19:01:52.062" v="95" actId="14100"/>
        <pc:sldMkLst>
          <pc:docMk/>
          <pc:sldMk cId="2086218738" sldId="273"/>
        </pc:sldMkLst>
        <pc:spChg chg="mod">
          <ac:chgData name="Sergi Carreras i Sala" userId="cace1fa3a892e459" providerId="LiveId" clId="{8774A8AD-97A1-425C-BBBE-BC0CE46B9B96}" dt="2021-01-22T18:59:55.224" v="85" actId="14100"/>
          <ac:spMkLst>
            <pc:docMk/>
            <pc:sldMk cId="2086218738" sldId="273"/>
            <ac:spMk id="11" creationId="{00000000-0000-0000-0000-000000000000}"/>
          </ac:spMkLst>
        </pc:spChg>
        <pc:picChg chg="del">
          <ac:chgData name="Sergi Carreras i Sala" userId="cace1fa3a892e459" providerId="LiveId" clId="{8774A8AD-97A1-425C-BBBE-BC0CE46B9B96}" dt="2021-01-22T18:59:08.705" v="79" actId="478"/>
          <ac:picMkLst>
            <pc:docMk/>
            <pc:sldMk cId="2086218738" sldId="273"/>
            <ac:picMk id="3" creationId="{00000000-0000-0000-0000-000000000000}"/>
          </ac:picMkLst>
        </pc:picChg>
        <pc:picChg chg="add mod ord">
          <ac:chgData name="Sergi Carreras i Sala" userId="cace1fa3a892e459" providerId="LiveId" clId="{8774A8AD-97A1-425C-BBBE-BC0CE46B9B96}" dt="2021-01-22T19:01:46.441" v="93" actId="1076"/>
          <ac:picMkLst>
            <pc:docMk/>
            <pc:sldMk cId="2086218738" sldId="273"/>
            <ac:picMk id="5" creationId="{66993CA3-BE12-487E-AB86-6955D0236A82}"/>
          </ac:picMkLst>
        </pc:picChg>
        <pc:picChg chg="del">
          <ac:chgData name="Sergi Carreras i Sala" userId="cace1fa3a892e459" providerId="LiveId" clId="{8774A8AD-97A1-425C-BBBE-BC0CE46B9B96}" dt="2021-01-22T19:01:25.526" v="86" actId="478"/>
          <ac:picMkLst>
            <pc:docMk/>
            <pc:sldMk cId="2086218738" sldId="273"/>
            <ac:picMk id="6" creationId="{00000000-0000-0000-0000-000000000000}"/>
          </ac:picMkLst>
        </pc:picChg>
        <pc:picChg chg="add mod">
          <ac:chgData name="Sergi Carreras i Sala" userId="cace1fa3a892e459" providerId="LiveId" clId="{8774A8AD-97A1-425C-BBBE-BC0CE46B9B96}" dt="2021-01-22T19:01:52.062" v="95" actId="14100"/>
          <ac:picMkLst>
            <pc:docMk/>
            <pc:sldMk cId="2086218738" sldId="273"/>
            <ac:picMk id="12" creationId="{01E40ED1-FF15-4E4A-9AFB-8D8371DB353A}"/>
          </ac:picMkLst>
        </pc:picChg>
      </pc:sldChg>
      <pc:sldChg chg="del">
        <pc:chgData name="Sergi Carreras i Sala" userId="cace1fa3a892e459" providerId="LiveId" clId="{8774A8AD-97A1-425C-BBBE-BC0CE46B9B96}" dt="2021-01-22T18:58:16.783" v="78" actId="2696"/>
        <pc:sldMkLst>
          <pc:docMk/>
          <pc:sldMk cId="1213950579" sldId="275"/>
        </pc:sldMkLst>
      </pc:sldChg>
      <pc:sldChg chg="addSp delSp modSp add del mod">
        <pc:chgData name="Sergi Carreras i Sala" userId="cace1fa3a892e459" providerId="LiveId" clId="{8774A8AD-97A1-425C-BBBE-BC0CE46B9B96}" dt="2021-01-22T18:56:22.135" v="69" actId="14100"/>
        <pc:sldMkLst>
          <pc:docMk/>
          <pc:sldMk cId="1559270596" sldId="277"/>
        </pc:sldMkLst>
        <pc:spChg chg="mod">
          <ac:chgData name="Sergi Carreras i Sala" userId="cace1fa3a892e459" providerId="LiveId" clId="{8774A8AD-97A1-425C-BBBE-BC0CE46B9B96}" dt="2021-01-22T18:56:22.135" v="69" actId="14100"/>
          <ac:spMkLst>
            <pc:docMk/>
            <pc:sldMk cId="1559270596" sldId="277"/>
            <ac:spMk id="11" creationId="{00000000-0000-0000-0000-000000000000}"/>
          </ac:spMkLst>
        </pc:spChg>
        <pc:picChg chg="del">
          <ac:chgData name="Sergi Carreras i Sala" userId="cace1fa3a892e459" providerId="LiveId" clId="{8774A8AD-97A1-425C-BBBE-BC0CE46B9B96}" dt="2021-01-22T18:55:03.303" v="65" actId="478"/>
          <ac:picMkLst>
            <pc:docMk/>
            <pc:sldMk cId="1559270596" sldId="277"/>
            <ac:picMk id="3" creationId="{00000000-0000-0000-0000-000000000000}"/>
          </ac:picMkLst>
        </pc:picChg>
        <pc:picChg chg="add ord">
          <ac:chgData name="Sergi Carreras i Sala" userId="cace1fa3a892e459" providerId="LiveId" clId="{8774A8AD-97A1-425C-BBBE-BC0CE46B9B96}" dt="2021-01-22T18:56:10.197" v="67" actId="167"/>
          <ac:picMkLst>
            <pc:docMk/>
            <pc:sldMk cId="1559270596" sldId="277"/>
            <ac:picMk id="5" creationId="{B31BBEDB-DC4E-4641-BB8B-03E39DE3F703}"/>
          </ac:picMkLst>
        </pc:picChg>
      </pc:sldChg>
      <pc:sldChg chg="addSp delSp modSp mod">
        <pc:chgData name="Sergi Carreras i Sala" userId="cace1fa3a892e459" providerId="LiveId" clId="{8774A8AD-97A1-425C-BBBE-BC0CE46B9B96}" dt="2021-01-25T18:36:25.709" v="275" actId="20577"/>
        <pc:sldMkLst>
          <pc:docMk/>
          <pc:sldMk cId="2507769118" sldId="294"/>
        </pc:sldMkLst>
        <pc:spChg chg="mod">
          <ac:chgData name="Sergi Carreras i Sala" userId="cace1fa3a892e459" providerId="LiveId" clId="{8774A8AD-97A1-425C-BBBE-BC0CE46B9B96}" dt="2021-01-25T18:36:25.709" v="275" actId="20577"/>
          <ac:spMkLst>
            <pc:docMk/>
            <pc:sldMk cId="2507769118" sldId="294"/>
            <ac:spMk id="4" creationId="{00000000-0000-0000-0000-000000000000}"/>
          </ac:spMkLst>
        </pc:spChg>
        <pc:spChg chg="mod">
          <ac:chgData name="Sergi Carreras i Sala" userId="cace1fa3a892e459" providerId="LiveId" clId="{8774A8AD-97A1-425C-BBBE-BC0CE46B9B96}" dt="2021-01-22T18:57:33.043" v="77" actId="14100"/>
          <ac:spMkLst>
            <pc:docMk/>
            <pc:sldMk cId="2507769118" sldId="294"/>
            <ac:spMk id="11" creationId="{00000000-0000-0000-0000-000000000000}"/>
          </ac:spMkLst>
        </pc:spChg>
        <pc:picChg chg="add mod ord">
          <ac:chgData name="Sergi Carreras i Sala" userId="cace1fa3a892e459" providerId="LiveId" clId="{8774A8AD-97A1-425C-BBBE-BC0CE46B9B96}" dt="2021-01-22T18:57:24.269" v="75" actId="1076"/>
          <ac:picMkLst>
            <pc:docMk/>
            <pc:sldMk cId="2507769118" sldId="294"/>
            <ac:picMk id="3" creationId="{7A0A44C3-4794-4CD0-B456-5222F7E1D228}"/>
          </ac:picMkLst>
        </pc:picChg>
        <pc:picChg chg="del">
          <ac:chgData name="Sergi Carreras i Sala" userId="cace1fa3a892e459" providerId="LiveId" clId="{8774A8AD-97A1-425C-BBBE-BC0CE46B9B96}" dt="2021-01-22T18:56:36.927" v="70" actId="478"/>
          <ac:picMkLst>
            <pc:docMk/>
            <pc:sldMk cId="2507769118" sldId="294"/>
            <ac:picMk id="5" creationId="{97F706C3-5D90-4ED0-8E0F-F99069CCDA1E}"/>
          </ac:picMkLst>
        </pc:picChg>
      </pc:sldChg>
      <pc:sldChg chg="new del">
        <pc:chgData name="Sergi Carreras i Sala" userId="cace1fa3a892e459" providerId="LiveId" clId="{8774A8AD-97A1-425C-BBBE-BC0CE46B9B96}" dt="2021-01-25T18:43:38.734" v="325" actId="47"/>
        <pc:sldMkLst>
          <pc:docMk/>
          <pc:sldMk cId="3788121971" sldId="295"/>
        </pc:sldMkLst>
      </pc:sldChg>
      <pc:sldChg chg="addSp delSp modSp add mod">
        <pc:chgData name="Sergi Carreras i Sala" userId="cace1fa3a892e459" providerId="LiveId" clId="{8774A8AD-97A1-425C-BBBE-BC0CE46B9B96}" dt="2021-01-25T19:23:25.211" v="612" actId="1076"/>
        <pc:sldMkLst>
          <pc:docMk/>
          <pc:sldMk cId="3878207579" sldId="296"/>
        </pc:sldMkLst>
        <pc:spChg chg="add mod">
          <ac:chgData name="Sergi Carreras i Sala" userId="cace1fa3a892e459" providerId="LiveId" clId="{8774A8AD-97A1-425C-BBBE-BC0CE46B9B96}" dt="2021-01-25T19:23:25.211" v="612" actId="1076"/>
          <ac:spMkLst>
            <pc:docMk/>
            <pc:sldMk cId="3878207579" sldId="296"/>
            <ac:spMk id="2" creationId="{EA78DEEE-5DBA-4A61-95DE-3E3BF43D6488}"/>
          </ac:spMkLst>
        </pc:spChg>
        <pc:spChg chg="add mod">
          <ac:chgData name="Sergi Carreras i Sala" userId="cace1fa3a892e459" providerId="LiveId" clId="{8774A8AD-97A1-425C-BBBE-BC0CE46B9B96}" dt="2021-01-25T19:19:12.933" v="491" actId="1076"/>
          <ac:spMkLst>
            <pc:docMk/>
            <pc:sldMk cId="3878207579" sldId="296"/>
            <ac:spMk id="6" creationId="{2B77C836-C27A-41B9-83F4-D722FE4AB9E3}"/>
          </ac:spMkLst>
        </pc:spChg>
        <pc:spChg chg="del">
          <ac:chgData name="Sergi Carreras i Sala" userId="cace1fa3a892e459" providerId="LiveId" clId="{8774A8AD-97A1-425C-BBBE-BC0CE46B9B96}" dt="2021-01-23T11:46:53.711" v="99" actId="478"/>
          <ac:spMkLst>
            <pc:docMk/>
            <pc:sldMk cId="3878207579" sldId="296"/>
            <ac:spMk id="13" creationId="{8CAB3E67-BF72-41A8-9B07-C5B4A281FB5F}"/>
          </ac:spMkLst>
        </pc:spChg>
        <pc:picChg chg="del">
          <ac:chgData name="Sergi Carreras i Sala" userId="cace1fa3a892e459" providerId="LiveId" clId="{8774A8AD-97A1-425C-BBBE-BC0CE46B9B96}" dt="2021-01-23T11:46:51.030" v="98" actId="478"/>
          <ac:picMkLst>
            <pc:docMk/>
            <pc:sldMk cId="3878207579" sldId="296"/>
            <ac:picMk id="3" creationId="{076A3117-BAC2-48DE-9F84-41E1A405CFCD}"/>
          </ac:picMkLst>
        </pc:picChg>
        <pc:picChg chg="add del">
          <ac:chgData name="Sergi Carreras i Sala" userId="cace1fa3a892e459" providerId="LiveId" clId="{8774A8AD-97A1-425C-BBBE-BC0CE46B9B96}" dt="2021-01-25T18:50:22.547" v="360" actId="478"/>
          <ac:picMkLst>
            <pc:docMk/>
            <pc:sldMk cId="3878207579" sldId="296"/>
            <ac:picMk id="1026" creationId="{FDD33C26-B951-48D3-91C3-C8908862AED1}"/>
          </ac:picMkLst>
        </pc:picChg>
        <pc:picChg chg="add mod">
          <ac:chgData name="Sergi Carreras i Sala" userId="cace1fa3a892e459" providerId="LiveId" clId="{8774A8AD-97A1-425C-BBBE-BC0CE46B9B96}" dt="2021-01-25T19:18:26.019" v="480" actId="1076"/>
          <ac:picMkLst>
            <pc:docMk/>
            <pc:sldMk cId="3878207579" sldId="296"/>
            <ac:picMk id="1027" creationId="{3D4C4D78-C029-4D8E-B1E3-155B43F3C36D}"/>
          </ac:picMkLst>
        </pc:picChg>
      </pc:sldChg>
      <pc:sldChg chg="addSp delSp modSp add mod">
        <pc:chgData name="Sergi Carreras i Sala" userId="cace1fa3a892e459" providerId="LiveId" clId="{8774A8AD-97A1-425C-BBBE-BC0CE46B9B96}" dt="2021-01-25T18:42:09.991" v="324" actId="1035"/>
        <pc:sldMkLst>
          <pc:docMk/>
          <pc:sldMk cId="72351686" sldId="297"/>
        </pc:sldMkLst>
        <pc:spChg chg="mod">
          <ac:chgData name="Sergi Carreras i Sala" userId="cace1fa3a892e459" providerId="LiveId" clId="{8774A8AD-97A1-425C-BBBE-BC0CE46B9B96}" dt="2021-01-24T18:43:30.115" v="185" actId="14100"/>
          <ac:spMkLst>
            <pc:docMk/>
            <pc:sldMk cId="72351686" sldId="297"/>
            <ac:spMk id="4" creationId="{00000000-0000-0000-0000-000000000000}"/>
          </ac:spMkLst>
        </pc:spChg>
        <pc:spChg chg="mod">
          <ac:chgData name="Sergi Carreras i Sala" userId="cace1fa3a892e459" providerId="LiveId" clId="{8774A8AD-97A1-425C-BBBE-BC0CE46B9B96}" dt="2021-01-24T18:43:24.716" v="183" actId="1076"/>
          <ac:spMkLst>
            <pc:docMk/>
            <pc:sldMk cId="72351686" sldId="297"/>
            <ac:spMk id="11" creationId="{00000000-0000-0000-0000-000000000000}"/>
          </ac:spMkLst>
        </pc:spChg>
        <pc:spChg chg="add mod">
          <ac:chgData name="Sergi Carreras i Sala" userId="cace1fa3a892e459" providerId="LiveId" clId="{8774A8AD-97A1-425C-BBBE-BC0CE46B9B96}" dt="2021-01-25T18:42:09.991" v="324" actId="1035"/>
          <ac:spMkLst>
            <pc:docMk/>
            <pc:sldMk cId="72351686" sldId="297"/>
            <ac:spMk id="13" creationId="{416070FF-D317-4982-A1F0-85A30D55F949}"/>
          </ac:spMkLst>
        </pc:spChg>
        <pc:picChg chg="add mod ord">
          <ac:chgData name="Sergi Carreras i Sala" userId="cace1fa3a892e459" providerId="LiveId" clId="{8774A8AD-97A1-425C-BBBE-BC0CE46B9B96}" dt="2021-01-24T18:43:24.716" v="183" actId="1076"/>
          <ac:picMkLst>
            <pc:docMk/>
            <pc:sldMk cId="72351686" sldId="297"/>
            <ac:picMk id="3" creationId="{A5BAA2BA-C0A1-467A-AE00-639A85E4707D}"/>
          </ac:picMkLst>
        </pc:picChg>
        <pc:picChg chg="del">
          <ac:chgData name="Sergi Carreras i Sala" userId="cace1fa3a892e459" providerId="LiveId" clId="{8774A8AD-97A1-425C-BBBE-BC0CE46B9B96}" dt="2021-01-24T18:41:30.724" v="103" actId="478"/>
          <ac:picMkLst>
            <pc:docMk/>
            <pc:sldMk cId="72351686" sldId="297"/>
            <ac:picMk id="5" creationId="{66993CA3-BE12-487E-AB86-6955D0236A82}"/>
          </ac:picMkLst>
        </pc:picChg>
        <pc:picChg chg="del">
          <ac:chgData name="Sergi Carreras i Sala" userId="cace1fa3a892e459" providerId="LiveId" clId="{8774A8AD-97A1-425C-BBBE-BC0CE46B9B96}" dt="2021-01-24T18:41:29.929" v="102" actId="478"/>
          <ac:picMkLst>
            <pc:docMk/>
            <pc:sldMk cId="72351686" sldId="297"/>
            <ac:picMk id="12" creationId="{01E40ED1-FF15-4E4A-9AFB-8D8371DB353A}"/>
          </ac:picMkLst>
        </pc:picChg>
      </pc:sldChg>
      <pc:sldChg chg="addSp delSp modSp add mod">
        <pc:chgData name="Sergi Carreras i Sala" userId="cace1fa3a892e459" providerId="LiveId" clId="{8774A8AD-97A1-425C-BBBE-BC0CE46B9B96}" dt="2021-01-25T18:41:44.522" v="323" actId="20577"/>
        <pc:sldMkLst>
          <pc:docMk/>
          <pc:sldMk cId="594847432" sldId="298"/>
        </pc:sldMkLst>
        <pc:spChg chg="mod">
          <ac:chgData name="Sergi Carreras i Sala" userId="cace1fa3a892e459" providerId="LiveId" clId="{8774A8AD-97A1-425C-BBBE-BC0CE46B9B96}" dt="2021-01-25T18:41:44.522" v="323" actId="20577"/>
          <ac:spMkLst>
            <pc:docMk/>
            <pc:sldMk cId="594847432" sldId="298"/>
            <ac:spMk id="4" creationId="{00000000-0000-0000-0000-000000000000}"/>
          </ac:spMkLst>
        </pc:spChg>
        <pc:spChg chg="mod">
          <ac:chgData name="Sergi Carreras i Sala" userId="cace1fa3a892e459" providerId="LiveId" clId="{8774A8AD-97A1-425C-BBBE-BC0CE46B9B96}" dt="2021-01-25T18:41:12.544" v="285" actId="14100"/>
          <ac:spMkLst>
            <pc:docMk/>
            <pc:sldMk cId="594847432" sldId="298"/>
            <ac:spMk id="11" creationId="{00000000-0000-0000-0000-000000000000}"/>
          </ac:spMkLst>
        </pc:spChg>
        <pc:picChg chg="del">
          <ac:chgData name="Sergi Carreras i Sala" userId="cace1fa3a892e459" providerId="LiveId" clId="{8774A8AD-97A1-425C-BBBE-BC0CE46B9B96}" dt="2021-01-25T18:40:46.620" v="277" actId="478"/>
          <ac:picMkLst>
            <pc:docMk/>
            <pc:sldMk cId="594847432" sldId="298"/>
            <ac:picMk id="3" creationId="{7A0A44C3-4794-4CD0-B456-5222F7E1D228}"/>
          </ac:picMkLst>
        </pc:picChg>
        <pc:picChg chg="add ord">
          <ac:chgData name="Sergi Carreras i Sala" userId="cace1fa3a892e459" providerId="LiveId" clId="{8774A8AD-97A1-425C-BBBE-BC0CE46B9B96}" dt="2021-01-25T18:40:57.892" v="280" actId="167"/>
          <ac:picMkLst>
            <pc:docMk/>
            <pc:sldMk cId="594847432" sldId="298"/>
            <ac:picMk id="5" creationId="{8A736CB7-2B61-42CD-8AD9-C5714418B8ED}"/>
          </ac:picMkLst>
        </pc:picChg>
      </pc:sldChg>
      <pc:sldChg chg="addSp delSp modSp add mod">
        <pc:chgData name="Sergi Carreras i Sala" userId="cace1fa3a892e459" providerId="LiveId" clId="{8774A8AD-97A1-425C-BBBE-BC0CE46B9B96}" dt="2021-01-25T19:35:56.784" v="902" actId="113"/>
        <pc:sldMkLst>
          <pc:docMk/>
          <pc:sldMk cId="853868500" sldId="299"/>
        </pc:sldMkLst>
        <pc:spChg chg="del">
          <ac:chgData name="Sergi Carreras i Sala" userId="cace1fa3a892e459" providerId="LiveId" clId="{8774A8AD-97A1-425C-BBBE-BC0CE46B9B96}" dt="2021-01-25T19:23:40.924" v="614" actId="478"/>
          <ac:spMkLst>
            <pc:docMk/>
            <pc:sldMk cId="853868500" sldId="299"/>
            <ac:spMk id="2" creationId="{EA78DEEE-5DBA-4A61-95DE-3E3BF43D6488}"/>
          </ac:spMkLst>
        </pc:spChg>
        <pc:spChg chg="add mod">
          <ac:chgData name="Sergi Carreras i Sala" userId="cace1fa3a892e459" providerId="LiveId" clId="{8774A8AD-97A1-425C-BBBE-BC0CE46B9B96}" dt="2021-01-25T19:35:56.784" v="902" actId="113"/>
          <ac:spMkLst>
            <pc:docMk/>
            <pc:sldMk cId="853868500" sldId="299"/>
            <ac:spMk id="3" creationId="{E739769C-0DB9-4B49-B018-81B6FDAAAD48}"/>
          </ac:spMkLst>
        </pc:spChg>
        <pc:picChg chg="add mod">
          <ac:chgData name="Sergi Carreras i Sala" userId="cace1fa3a892e459" providerId="LiveId" clId="{8774A8AD-97A1-425C-BBBE-BC0CE46B9B96}" dt="2021-01-25T19:35:52.389" v="901" actId="1076"/>
          <ac:picMkLst>
            <pc:docMk/>
            <pc:sldMk cId="853868500" sldId="299"/>
            <ac:picMk id="5" creationId="{E19FCCE8-1A64-4E27-AD3F-459547C27F20}"/>
          </ac:picMkLst>
        </pc:picChg>
        <pc:picChg chg="del">
          <ac:chgData name="Sergi Carreras i Sala" userId="cace1fa3a892e459" providerId="LiveId" clId="{8774A8AD-97A1-425C-BBBE-BC0CE46B9B96}" dt="2021-01-25T19:26:09.285" v="615" actId="478"/>
          <ac:picMkLst>
            <pc:docMk/>
            <pc:sldMk cId="853868500" sldId="299"/>
            <ac:picMk id="1027" creationId="{3D4C4D78-C029-4D8E-B1E3-155B43F3C36D}"/>
          </ac:picMkLst>
        </pc:picChg>
      </pc:sldChg>
      <pc:sldChg chg="addSp delSp modSp add mod">
        <pc:chgData name="Sergi Carreras i Sala" userId="cace1fa3a892e459" providerId="LiveId" clId="{8774A8AD-97A1-425C-BBBE-BC0CE46B9B96}" dt="2021-01-25T19:47:42.015" v="1018" actId="313"/>
        <pc:sldMkLst>
          <pc:docMk/>
          <pc:sldMk cId="3950332992" sldId="300"/>
        </pc:sldMkLst>
        <pc:spChg chg="add mod">
          <ac:chgData name="Sergi Carreras i Sala" userId="cace1fa3a892e459" providerId="LiveId" clId="{8774A8AD-97A1-425C-BBBE-BC0CE46B9B96}" dt="2021-01-25T19:47:42.015" v="1018" actId="313"/>
          <ac:spMkLst>
            <pc:docMk/>
            <pc:sldMk cId="3950332992" sldId="300"/>
            <ac:spMk id="2" creationId="{855CF868-859D-40A9-A896-2D2A1685134E}"/>
          </ac:spMkLst>
        </pc:spChg>
        <pc:spChg chg="del mod">
          <ac:chgData name="Sergi Carreras i Sala" userId="cace1fa3a892e459" providerId="LiveId" clId="{8774A8AD-97A1-425C-BBBE-BC0CE46B9B96}" dt="2021-01-25T19:39:04.431" v="905" actId="478"/>
          <ac:spMkLst>
            <pc:docMk/>
            <pc:sldMk cId="3950332992" sldId="300"/>
            <ac:spMk id="3" creationId="{E739769C-0DB9-4B49-B018-81B6FDAAAD48}"/>
          </ac:spMkLst>
        </pc:spChg>
        <pc:picChg chg="add mod">
          <ac:chgData name="Sergi Carreras i Sala" userId="cace1fa3a892e459" providerId="LiveId" clId="{8774A8AD-97A1-425C-BBBE-BC0CE46B9B96}" dt="2021-01-25T19:40:44.108" v="918" actId="1076"/>
          <ac:picMkLst>
            <pc:docMk/>
            <pc:sldMk cId="3950332992" sldId="300"/>
            <ac:picMk id="8" creationId="{CCF0C759-D549-4159-B0BC-9ABDCF937559}"/>
          </ac:picMkLst>
        </pc:picChg>
      </pc:sldChg>
      <pc:sldChg chg="addSp delSp modSp add mod">
        <pc:chgData name="Sergi Carreras i Sala" userId="cace1fa3a892e459" providerId="LiveId" clId="{8774A8AD-97A1-425C-BBBE-BC0CE46B9B96}" dt="2021-01-25T19:55:01.220" v="1045" actId="1076"/>
        <pc:sldMkLst>
          <pc:docMk/>
          <pc:sldMk cId="3939712655" sldId="301"/>
        </pc:sldMkLst>
        <pc:spChg chg="mod">
          <ac:chgData name="Sergi Carreras i Sala" userId="cace1fa3a892e459" providerId="LiveId" clId="{8774A8AD-97A1-425C-BBBE-BC0CE46B9B96}" dt="2021-01-25T19:54:00.610" v="1039" actId="20577"/>
          <ac:spMkLst>
            <pc:docMk/>
            <pc:sldMk cId="3939712655" sldId="301"/>
            <ac:spMk id="2" creationId="{855CF868-859D-40A9-A896-2D2A1685134E}"/>
          </ac:spMkLst>
        </pc:spChg>
        <pc:spChg chg="add mod">
          <ac:chgData name="Sergi Carreras i Sala" userId="cace1fa3a892e459" providerId="LiveId" clId="{8774A8AD-97A1-425C-BBBE-BC0CE46B9B96}" dt="2021-01-25T19:54:49.776" v="1043" actId="14100"/>
          <ac:spMkLst>
            <pc:docMk/>
            <pc:sldMk cId="3939712655" sldId="301"/>
            <ac:spMk id="11" creationId="{CC4A7BE7-3A6F-4D37-9D34-A3F93B7D8063}"/>
          </ac:spMkLst>
        </pc:spChg>
        <pc:spChg chg="add mod">
          <ac:chgData name="Sergi Carreras i Sala" userId="cace1fa3a892e459" providerId="LiveId" clId="{8774A8AD-97A1-425C-BBBE-BC0CE46B9B96}" dt="2021-01-25T19:55:01.220" v="1045" actId="1076"/>
          <ac:spMkLst>
            <pc:docMk/>
            <pc:sldMk cId="3939712655" sldId="301"/>
            <ac:spMk id="12" creationId="{8047158E-BEC7-4906-A597-782818E5787D}"/>
          </ac:spMkLst>
        </pc:spChg>
        <pc:picChg chg="add mod">
          <ac:chgData name="Sergi Carreras i Sala" userId="cace1fa3a892e459" providerId="LiveId" clId="{8774A8AD-97A1-425C-BBBE-BC0CE46B9B96}" dt="2021-01-25T19:52:50.028" v="1029" actId="1076"/>
          <ac:picMkLst>
            <pc:docMk/>
            <pc:sldMk cId="3939712655" sldId="301"/>
            <ac:picMk id="4" creationId="{786C34D3-550C-483F-B7A6-3F861CFC5566}"/>
          </ac:picMkLst>
        </pc:picChg>
        <pc:picChg chg="del">
          <ac:chgData name="Sergi Carreras i Sala" userId="cace1fa3a892e459" providerId="LiveId" clId="{8774A8AD-97A1-425C-BBBE-BC0CE46B9B96}" dt="2021-01-25T19:48:56.559" v="1020" actId="478"/>
          <ac:picMkLst>
            <pc:docMk/>
            <pc:sldMk cId="3939712655" sldId="301"/>
            <ac:picMk id="8" creationId="{CCF0C759-D549-4159-B0BC-9ABDCF937559}"/>
          </ac:picMkLst>
        </pc:picChg>
      </pc:sldChg>
      <pc:sldChg chg="addSp delSp modSp add mod">
        <pc:chgData name="Sergi Carreras i Sala" userId="cace1fa3a892e459" providerId="LiveId" clId="{8774A8AD-97A1-425C-BBBE-BC0CE46B9B96}" dt="2021-01-25T19:59:55.163" v="1063" actId="1076"/>
        <pc:sldMkLst>
          <pc:docMk/>
          <pc:sldMk cId="1601887342" sldId="302"/>
        </pc:sldMkLst>
        <pc:spChg chg="mod">
          <ac:chgData name="Sergi Carreras i Sala" userId="cace1fa3a892e459" providerId="LiveId" clId="{8774A8AD-97A1-425C-BBBE-BC0CE46B9B96}" dt="2021-01-25T19:59:19.908" v="1057" actId="1076"/>
          <ac:spMkLst>
            <pc:docMk/>
            <pc:sldMk cId="1601887342" sldId="302"/>
            <ac:spMk id="2" creationId="{855CF868-859D-40A9-A896-2D2A1685134E}"/>
          </ac:spMkLst>
        </pc:spChg>
        <pc:spChg chg="add mod">
          <ac:chgData name="Sergi Carreras i Sala" userId="cace1fa3a892e459" providerId="LiveId" clId="{8774A8AD-97A1-425C-BBBE-BC0CE46B9B96}" dt="2021-01-25T19:59:30.718" v="1061" actId="14100"/>
          <ac:spMkLst>
            <pc:docMk/>
            <pc:sldMk cId="1601887342" sldId="302"/>
            <ac:spMk id="3" creationId="{4F3A6F06-2141-46CB-8D08-C22A7E047DBD}"/>
          </ac:spMkLst>
        </pc:spChg>
        <pc:spChg chg="del">
          <ac:chgData name="Sergi Carreras i Sala" userId="cace1fa3a892e459" providerId="LiveId" clId="{8774A8AD-97A1-425C-BBBE-BC0CE46B9B96}" dt="2021-01-25T19:58:32.063" v="1047" actId="478"/>
          <ac:spMkLst>
            <pc:docMk/>
            <pc:sldMk cId="1601887342" sldId="302"/>
            <ac:spMk id="11" creationId="{CC4A7BE7-3A6F-4D37-9D34-A3F93B7D8063}"/>
          </ac:spMkLst>
        </pc:spChg>
        <pc:spChg chg="del">
          <ac:chgData name="Sergi Carreras i Sala" userId="cace1fa3a892e459" providerId="LiveId" clId="{8774A8AD-97A1-425C-BBBE-BC0CE46B9B96}" dt="2021-01-25T19:58:34.688" v="1048" actId="478"/>
          <ac:spMkLst>
            <pc:docMk/>
            <pc:sldMk cId="1601887342" sldId="302"/>
            <ac:spMk id="12" creationId="{8047158E-BEC7-4906-A597-782818E5787D}"/>
          </ac:spMkLst>
        </pc:spChg>
        <pc:picChg chg="del mod">
          <ac:chgData name="Sergi Carreras i Sala" userId="cace1fa3a892e459" providerId="LiveId" clId="{8774A8AD-97A1-425C-BBBE-BC0CE46B9B96}" dt="2021-01-25T19:58:36.576" v="1050" actId="478"/>
          <ac:picMkLst>
            <pc:docMk/>
            <pc:sldMk cId="1601887342" sldId="302"/>
            <ac:picMk id="4" creationId="{786C34D3-550C-483F-B7A6-3F861CFC5566}"/>
          </ac:picMkLst>
        </pc:picChg>
        <pc:picChg chg="add mod">
          <ac:chgData name="Sergi Carreras i Sala" userId="cace1fa3a892e459" providerId="LiveId" clId="{8774A8AD-97A1-425C-BBBE-BC0CE46B9B96}" dt="2021-01-25T19:59:55.163" v="1063" actId="1076"/>
          <ac:picMkLst>
            <pc:docMk/>
            <pc:sldMk cId="1601887342" sldId="302"/>
            <ac:picMk id="13" creationId="{70F5510A-7F73-4E85-A87C-1C527168C176}"/>
          </ac:picMkLst>
        </pc:picChg>
      </pc:sldChg>
    </pc:docChg>
  </pc:docChgLst>
  <pc:docChgLst>
    <pc:chgData name="Sergi Carreras i Sala" userId="cace1fa3a892e459" providerId="LiveId" clId="{A8860113-DB9F-4B9A-BF0A-BCB06A7493C3}"/>
    <pc:docChg chg="undo custSel addSld delSld modSld sldOrd">
      <pc:chgData name="Sergi Carreras i Sala" userId="cace1fa3a892e459" providerId="LiveId" clId="{A8860113-DB9F-4B9A-BF0A-BCB06A7493C3}" dt="2023-10-11T15:27:27.379" v="1084" actId="14100"/>
      <pc:docMkLst>
        <pc:docMk/>
      </pc:docMkLst>
      <pc:sldChg chg="delSp modSp mod">
        <pc:chgData name="Sergi Carreras i Sala" userId="cace1fa3a892e459" providerId="LiveId" clId="{A8860113-DB9F-4B9A-BF0A-BCB06A7493C3}" dt="2023-10-05T15:20:23.905" v="59" actId="478"/>
        <pc:sldMkLst>
          <pc:docMk/>
          <pc:sldMk cId="0" sldId="256"/>
        </pc:sldMkLst>
        <pc:spChg chg="mod">
          <ac:chgData name="Sergi Carreras i Sala" userId="cace1fa3a892e459" providerId="LiveId" clId="{A8860113-DB9F-4B9A-BF0A-BCB06A7493C3}" dt="2023-10-05T15:20:19.419" v="58" actId="20577"/>
          <ac:spMkLst>
            <pc:docMk/>
            <pc:sldMk cId="0" sldId="256"/>
            <ac:spMk id="8" creationId="{00000000-0000-0000-0000-000000000000}"/>
          </ac:spMkLst>
        </pc:spChg>
        <pc:picChg chg="del">
          <ac:chgData name="Sergi Carreras i Sala" userId="cace1fa3a892e459" providerId="LiveId" clId="{A8860113-DB9F-4B9A-BF0A-BCB06A7493C3}" dt="2023-10-05T15:20:23.905" v="59" actId="478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Sergi Carreras i Sala" userId="cace1fa3a892e459" providerId="LiveId" clId="{A8860113-DB9F-4B9A-BF0A-BCB06A7493C3}" dt="2023-10-05T15:19:44.984" v="0" actId="478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Sergi Carreras i Sala" userId="cace1fa3a892e459" providerId="LiveId" clId="{A8860113-DB9F-4B9A-BF0A-BCB06A7493C3}" dt="2023-10-10T17:47:55.905" v="419" actId="20577"/>
        <pc:sldMkLst>
          <pc:docMk/>
          <pc:sldMk cId="1711673559" sldId="259"/>
        </pc:sldMkLst>
        <pc:spChg chg="mod">
          <ac:chgData name="Sergi Carreras i Sala" userId="cace1fa3a892e459" providerId="LiveId" clId="{A8860113-DB9F-4B9A-BF0A-BCB06A7493C3}" dt="2023-10-10T17:47:55.905" v="419" actId="20577"/>
          <ac:spMkLst>
            <pc:docMk/>
            <pc:sldMk cId="1711673559" sldId="259"/>
            <ac:spMk id="3" creationId="{00000000-0000-0000-0000-000000000000}"/>
          </ac:spMkLst>
        </pc:spChg>
        <pc:spChg chg="mod">
          <ac:chgData name="Sergi Carreras i Sala" userId="cace1fa3a892e459" providerId="LiveId" clId="{A8860113-DB9F-4B9A-BF0A-BCB06A7493C3}" dt="2023-10-10T17:21:58.341" v="99" actId="20577"/>
          <ac:spMkLst>
            <pc:docMk/>
            <pc:sldMk cId="1711673559" sldId="259"/>
            <ac:spMk id="9" creationId="{00000000-0000-0000-0000-000000000000}"/>
          </ac:spMkLst>
        </pc:spChg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636461114" sldId="260"/>
        </pc:sldMkLst>
      </pc:sldChg>
      <pc:sldChg chg="del">
        <pc:chgData name="Sergi Carreras i Sala" userId="cace1fa3a892e459" providerId="LiveId" clId="{A8860113-DB9F-4B9A-BF0A-BCB06A7493C3}" dt="2023-10-10T17:34:34.094" v="333" actId="47"/>
        <pc:sldMkLst>
          <pc:docMk/>
          <pc:sldMk cId="2352631511" sldId="261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88637449" sldId="262"/>
        </pc:sldMkLst>
      </pc:sldChg>
      <pc:sldChg chg="del">
        <pc:chgData name="Sergi Carreras i Sala" userId="cace1fa3a892e459" providerId="LiveId" clId="{A8860113-DB9F-4B9A-BF0A-BCB06A7493C3}" dt="2023-10-10T17:34:34.094" v="333" actId="47"/>
        <pc:sldMkLst>
          <pc:docMk/>
          <pc:sldMk cId="826097049" sldId="268"/>
        </pc:sldMkLst>
      </pc:sldChg>
      <pc:sldChg chg="del">
        <pc:chgData name="Sergi Carreras i Sala" userId="cace1fa3a892e459" providerId="LiveId" clId="{A8860113-DB9F-4B9A-BF0A-BCB06A7493C3}" dt="2023-10-10T17:34:34.094" v="333" actId="47"/>
        <pc:sldMkLst>
          <pc:docMk/>
          <pc:sldMk cId="193474982" sldId="269"/>
        </pc:sldMkLst>
      </pc:sldChg>
      <pc:sldChg chg="del">
        <pc:chgData name="Sergi Carreras i Sala" userId="cace1fa3a892e459" providerId="LiveId" clId="{A8860113-DB9F-4B9A-BF0A-BCB06A7493C3}" dt="2023-10-10T17:34:34.094" v="333" actId="47"/>
        <pc:sldMkLst>
          <pc:docMk/>
          <pc:sldMk cId="1187147659" sldId="270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491791997" sldId="271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516614547" sldId="272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2086218738" sldId="273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383099814" sldId="274"/>
        </pc:sldMkLst>
      </pc:sldChg>
      <pc:sldChg chg="addSp delSp modSp mod ord">
        <pc:chgData name="Sergi Carreras i Sala" userId="cace1fa3a892e459" providerId="LiveId" clId="{A8860113-DB9F-4B9A-BF0A-BCB06A7493C3}" dt="2023-10-11T15:23:39.365" v="1019" actId="14100"/>
        <pc:sldMkLst>
          <pc:docMk/>
          <pc:sldMk cId="617539508" sldId="276"/>
        </pc:sldMkLst>
        <pc:spChg chg="add mod">
          <ac:chgData name="Sergi Carreras i Sala" userId="cace1fa3a892e459" providerId="LiveId" clId="{A8860113-DB9F-4B9A-BF0A-BCB06A7493C3}" dt="2023-10-10T17:35:29.829" v="346"/>
          <ac:spMkLst>
            <pc:docMk/>
            <pc:sldMk cId="617539508" sldId="276"/>
            <ac:spMk id="2" creationId="{1E5CA8F2-6BCE-98B7-C5E1-B75BCB46B0D3}"/>
          </ac:spMkLst>
        </pc:spChg>
        <pc:spChg chg="add mod">
          <ac:chgData name="Sergi Carreras i Sala" userId="cace1fa3a892e459" providerId="LiveId" clId="{A8860113-DB9F-4B9A-BF0A-BCB06A7493C3}" dt="2023-10-11T15:23:39.365" v="1019" actId="14100"/>
          <ac:spMkLst>
            <pc:docMk/>
            <pc:sldMk cId="617539508" sldId="276"/>
            <ac:spMk id="3" creationId="{0A6BB72B-0A6E-B354-ECE3-83B9B1D90EE5}"/>
          </ac:spMkLst>
        </pc:spChg>
        <pc:spChg chg="mod">
          <ac:chgData name="Sergi Carreras i Sala" userId="cace1fa3a892e459" providerId="LiveId" clId="{A8860113-DB9F-4B9A-BF0A-BCB06A7493C3}" dt="2023-10-10T17:44:03.256" v="401" actId="1076"/>
          <ac:spMkLst>
            <pc:docMk/>
            <pc:sldMk cId="617539508" sldId="276"/>
            <ac:spMk id="4" creationId="{00000000-0000-0000-0000-000000000000}"/>
          </ac:spMkLst>
        </pc:spChg>
        <pc:spChg chg="add mod">
          <ac:chgData name="Sergi Carreras i Sala" userId="cace1fa3a892e459" providerId="LiveId" clId="{A8860113-DB9F-4B9A-BF0A-BCB06A7493C3}" dt="2023-10-11T15:13:40.080" v="790" actId="1076"/>
          <ac:spMkLst>
            <pc:docMk/>
            <pc:sldMk cId="617539508" sldId="276"/>
            <ac:spMk id="5" creationId="{9AAA42EC-F9AC-906F-9911-CED60266A9E5}"/>
          </ac:spMkLst>
        </pc:spChg>
        <pc:spChg chg="del">
          <ac:chgData name="Sergi Carreras i Sala" userId="cace1fa3a892e459" providerId="LiveId" clId="{A8860113-DB9F-4B9A-BF0A-BCB06A7493C3}" dt="2023-10-10T17:36:25.283" v="394" actId="478"/>
          <ac:spMkLst>
            <pc:docMk/>
            <pc:sldMk cId="617539508" sldId="276"/>
            <ac:spMk id="8" creationId="{918D00DB-75F1-45D6-9C39-6FF71BBEDDFB}"/>
          </ac:spMkLst>
        </pc:spChg>
        <pc:spChg chg="del">
          <ac:chgData name="Sergi Carreras i Sala" userId="cace1fa3a892e459" providerId="LiveId" clId="{A8860113-DB9F-4B9A-BF0A-BCB06A7493C3}" dt="2023-10-10T17:35:28.581" v="345" actId="478"/>
          <ac:spMkLst>
            <pc:docMk/>
            <pc:sldMk cId="617539508" sldId="276"/>
            <ac:spMk id="9" creationId="{00000000-0000-0000-0000-000000000000}"/>
          </ac:spMkLst>
        </pc:spChg>
        <pc:spChg chg="del">
          <ac:chgData name="Sergi Carreras i Sala" userId="cace1fa3a892e459" providerId="LiveId" clId="{A8860113-DB9F-4B9A-BF0A-BCB06A7493C3}" dt="2023-10-10T17:36:25.283" v="394" actId="478"/>
          <ac:spMkLst>
            <pc:docMk/>
            <pc:sldMk cId="617539508" sldId="276"/>
            <ac:spMk id="11" creationId="{A9D6AAF7-F1A1-46A0-BD9D-902DCB28D8F1}"/>
          </ac:spMkLst>
        </pc:spChg>
        <pc:spChg chg="del">
          <ac:chgData name="Sergi Carreras i Sala" userId="cace1fa3a892e459" providerId="LiveId" clId="{A8860113-DB9F-4B9A-BF0A-BCB06A7493C3}" dt="2023-10-10T17:36:25.283" v="394" actId="478"/>
          <ac:spMkLst>
            <pc:docMk/>
            <pc:sldMk cId="617539508" sldId="276"/>
            <ac:spMk id="12" creationId="{4866684B-56B9-4A12-9BF7-92D7E61880BF}"/>
          </ac:spMkLst>
        </pc:spChg>
        <pc:spChg chg="del">
          <ac:chgData name="Sergi Carreras i Sala" userId="cace1fa3a892e459" providerId="LiveId" clId="{A8860113-DB9F-4B9A-BF0A-BCB06A7493C3}" dt="2023-10-10T17:36:25.283" v="394" actId="478"/>
          <ac:spMkLst>
            <pc:docMk/>
            <pc:sldMk cId="617539508" sldId="276"/>
            <ac:spMk id="14" creationId="{D2D37CB1-07CA-4FB0-A8F5-2583966E97FE}"/>
          </ac:spMkLst>
        </pc:spChg>
        <pc:picChg chg="del">
          <ac:chgData name="Sergi Carreras i Sala" userId="cace1fa3a892e459" providerId="LiveId" clId="{A8860113-DB9F-4B9A-BF0A-BCB06A7493C3}" dt="2023-10-10T17:36:23.284" v="393" actId="478"/>
          <ac:picMkLst>
            <pc:docMk/>
            <pc:sldMk cId="617539508" sldId="276"/>
            <ac:picMk id="5" creationId="{2D0D5BCD-5C49-4324-927C-2FDD8C1C4F2C}"/>
          </ac:picMkLst>
        </pc:picChg>
        <pc:picChg chg="del">
          <ac:chgData name="Sergi Carreras i Sala" userId="cace1fa3a892e459" providerId="LiveId" clId="{A8860113-DB9F-4B9A-BF0A-BCB06A7493C3}" dt="2023-10-10T17:36:22.686" v="392" actId="478"/>
          <ac:picMkLst>
            <pc:docMk/>
            <pc:sldMk cId="617539508" sldId="276"/>
            <ac:picMk id="6" creationId="{83095A26-F7B4-410B-851B-21D94E33F672}"/>
          </ac:picMkLst>
        </pc:picChg>
        <pc:picChg chg="add del mod">
          <ac:chgData name="Sergi Carreras i Sala" userId="cace1fa3a892e459" providerId="LiveId" clId="{A8860113-DB9F-4B9A-BF0A-BCB06A7493C3}" dt="2023-10-10T17:43:31.396" v="397" actId="478"/>
          <ac:picMkLst>
            <pc:docMk/>
            <pc:sldMk cId="617539508" sldId="276"/>
            <ac:picMk id="17" creationId="{D9AE55F5-0374-7C24-5228-8270155409EB}"/>
          </ac:picMkLst>
        </pc:picChg>
        <pc:picChg chg="add mod">
          <ac:chgData name="Sergi Carreras i Sala" userId="cace1fa3a892e459" providerId="LiveId" clId="{A8860113-DB9F-4B9A-BF0A-BCB06A7493C3}" dt="2023-10-11T15:13:35.074" v="789" actId="1076"/>
          <ac:picMkLst>
            <pc:docMk/>
            <pc:sldMk cId="617539508" sldId="276"/>
            <ac:picMk id="19" creationId="{ABD5A0D4-D174-0CCE-1D7D-566AD14C8B03}"/>
          </ac:picMkLst>
        </pc:picChg>
        <pc:picChg chg="add mod">
          <ac:chgData name="Sergi Carreras i Sala" userId="cace1fa3a892e459" providerId="LiveId" clId="{A8860113-DB9F-4B9A-BF0A-BCB06A7493C3}" dt="2023-10-10T17:46:59.169" v="413" actId="1076"/>
          <ac:picMkLst>
            <pc:docMk/>
            <pc:sldMk cId="617539508" sldId="276"/>
            <ac:picMk id="22" creationId="{B641A5B4-7FD6-5054-17D2-F72C1EB95D9B}"/>
          </ac:picMkLst>
        </pc:picChg>
        <pc:cxnChg chg="del">
          <ac:chgData name="Sergi Carreras i Sala" userId="cace1fa3a892e459" providerId="LiveId" clId="{A8860113-DB9F-4B9A-BF0A-BCB06A7493C3}" dt="2023-10-10T17:36:25.283" v="394" actId="478"/>
          <ac:cxnSpMkLst>
            <pc:docMk/>
            <pc:sldMk cId="617539508" sldId="276"/>
            <ac:cxnSpMk id="13" creationId="{CE0C5757-9D4D-40A5-A6E6-E8E8AFD7DFDD}"/>
          </ac:cxnSpMkLst>
        </pc:cxnChg>
        <pc:cxnChg chg="del">
          <ac:chgData name="Sergi Carreras i Sala" userId="cace1fa3a892e459" providerId="LiveId" clId="{A8860113-DB9F-4B9A-BF0A-BCB06A7493C3}" dt="2023-10-10T17:36:25.283" v="394" actId="478"/>
          <ac:cxnSpMkLst>
            <pc:docMk/>
            <pc:sldMk cId="617539508" sldId="276"/>
            <ac:cxnSpMk id="15" creationId="{7970B4B0-1E62-4649-8B66-9EAEF9486728}"/>
          </ac:cxnSpMkLst>
        </pc:cxnChg>
        <pc:cxnChg chg="del">
          <ac:chgData name="Sergi Carreras i Sala" userId="cace1fa3a892e459" providerId="LiveId" clId="{A8860113-DB9F-4B9A-BF0A-BCB06A7493C3}" dt="2023-10-10T17:36:25.283" v="394" actId="478"/>
          <ac:cxnSpMkLst>
            <pc:docMk/>
            <pc:sldMk cId="617539508" sldId="276"/>
            <ac:cxnSpMk id="16" creationId="{7B8E2A29-CA1A-4822-AAB6-5A73E6CDA9B2}"/>
          </ac:cxnSpMkLst>
        </pc:cxnChg>
        <pc:cxnChg chg="del">
          <ac:chgData name="Sergi Carreras i Sala" userId="cace1fa3a892e459" providerId="LiveId" clId="{A8860113-DB9F-4B9A-BF0A-BCB06A7493C3}" dt="2023-10-10T17:36:25.283" v="394" actId="478"/>
          <ac:cxnSpMkLst>
            <pc:docMk/>
            <pc:sldMk cId="617539508" sldId="276"/>
            <ac:cxnSpMk id="20" creationId="{0AC59BC1-B111-44F9-BA85-704EE2E825C1}"/>
          </ac:cxnSpMkLst>
        </pc:cxnChg>
        <pc:cxnChg chg="add mod">
          <ac:chgData name="Sergi Carreras i Sala" userId="cace1fa3a892e459" providerId="LiveId" clId="{A8860113-DB9F-4B9A-BF0A-BCB06A7493C3}" dt="2023-10-10T17:47:35.866" v="415" actId="1076"/>
          <ac:cxnSpMkLst>
            <pc:docMk/>
            <pc:sldMk cId="617539508" sldId="276"/>
            <ac:cxnSpMk id="23" creationId="{C5FEDB99-A826-163E-E563-837C5B219656}"/>
          </ac:cxnSpMkLst>
        </pc:cxnChg>
      </pc:sldChg>
      <pc:sldChg chg="addSp delSp modSp mod ord">
        <pc:chgData name="Sergi Carreras i Sala" userId="cace1fa3a892e459" providerId="LiveId" clId="{A8860113-DB9F-4B9A-BF0A-BCB06A7493C3}" dt="2023-10-11T15:27:27.379" v="1084" actId="14100"/>
        <pc:sldMkLst>
          <pc:docMk/>
          <pc:sldMk cId="1559270596" sldId="277"/>
        </pc:sldMkLst>
        <pc:spChg chg="add mod">
          <ac:chgData name="Sergi Carreras i Sala" userId="cace1fa3a892e459" providerId="LiveId" clId="{A8860113-DB9F-4B9A-BF0A-BCB06A7493C3}" dt="2023-10-10T17:35:35.358" v="348"/>
          <ac:spMkLst>
            <pc:docMk/>
            <pc:sldMk cId="1559270596" sldId="277"/>
            <ac:spMk id="2" creationId="{8544E296-607E-0B49-4967-EC7448EA6E0E}"/>
          </ac:spMkLst>
        </pc:spChg>
        <pc:spChg chg="mod">
          <ac:chgData name="Sergi Carreras i Sala" userId="cace1fa3a892e459" providerId="LiveId" clId="{A8860113-DB9F-4B9A-BF0A-BCB06A7493C3}" dt="2023-10-11T15:02:49.151" v="682" actId="1076"/>
          <ac:spMkLst>
            <pc:docMk/>
            <pc:sldMk cId="1559270596" sldId="277"/>
            <ac:spMk id="4" creationId="{00000000-0000-0000-0000-000000000000}"/>
          </ac:spMkLst>
        </pc:spChg>
        <pc:spChg chg="add mod">
          <ac:chgData name="Sergi Carreras i Sala" userId="cace1fa3a892e459" providerId="LiveId" clId="{A8860113-DB9F-4B9A-BF0A-BCB06A7493C3}" dt="2023-10-11T15:27:27.379" v="1084" actId="14100"/>
          <ac:spMkLst>
            <pc:docMk/>
            <pc:sldMk cId="1559270596" sldId="277"/>
            <ac:spMk id="5" creationId="{C1A63069-F80F-BA42-4308-50935B035734}"/>
          </ac:spMkLst>
        </pc:spChg>
        <pc:spChg chg="del">
          <ac:chgData name="Sergi Carreras i Sala" userId="cace1fa3a892e459" providerId="LiveId" clId="{A8860113-DB9F-4B9A-BF0A-BCB06A7493C3}" dt="2023-10-10T17:35:34.679" v="347" actId="478"/>
          <ac:spMkLst>
            <pc:docMk/>
            <pc:sldMk cId="1559270596" sldId="277"/>
            <ac:spMk id="9" creationId="{00000000-0000-0000-0000-000000000000}"/>
          </ac:spMkLst>
        </pc:spChg>
        <pc:spChg chg="mod">
          <ac:chgData name="Sergi Carreras i Sala" userId="cace1fa3a892e459" providerId="LiveId" clId="{A8860113-DB9F-4B9A-BF0A-BCB06A7493C3}" dt="2023-10-10T18:29:36.508" v="642" actId="692"/>
          <ac:spMkLst>
            <pc:docMk/>
            <pc:sldMk cId="1559270596" sldId="277"/>
            <ac:spMk id="11" creationId="{00000000-0000-0000-0000-000000000000}"/>
          </ac:spMkLst>
        </pc:spChg>
        <pc:picChg chg="del">
          <ac:chgData name="Sergi Carreras i Sala" userId="cace1fa3a892e459" providerId="LiveId" clId="{A8860113-DB9F-4B9A-BF0A-BCB06A7493C3}" dt="2023-10-10T18:25:58.610" v="600" actId="478"/>
          <ac:picMkLst>
            <pc:docMk/>
            <pc:sldMk cId="1559270596" sldId="277"/>
            <ac:picMk id="5" creationId="{B31BBEDB-DC4E-4641-BB8B-03E39DE3F703}"/>
          </ac:picMkLst>
        </pc:picChg>
        <pc:picChg chg="add mod ord">
          <ac:chgData name="Sergi Carreras i Sala" userId="cace1fa3a892e459" providerId="LiveId" clId="{A8860113-DB9F-4B9A-BF0A-BCB06A7493C3}" dt="2023-10-10T18:31:44.514" v="647" actId="1076"/>
          <ac:picMkLst>
            <pc:docMk/>
            <pc:sldMk cId="1559270596" sldId="277"/>
            <ac:picMk id="6" creationId="{987E2EB9-5D2D-3EE5-120E-3C4BC426BED5}"/>
          </ac:picMkLst>
        </pc:picChg>
        <pc:cxnChg chg="add mod">
          <ac:chgData name="Sergi Carreras i Sala" userId="cace1fa3a892e459" providerId="LiveId" clId="{A8860113-DB9F-4B9A-BF0A-BCB06A7493C3}" dt="2023-10-11T15:03:53.521" v="697" actId="1076"/>
          <ac:cxnSpMkLst>
            <pc:docMk/>
            <pc:sldMk cId="1559270596" sldId="277"/>
            <ac:cxnSpMk id="3" creationId="{8C22F791-1EEA-2341-1130-DF1E1EF249E1}"/>
          </ac:cxnSpMkLst>
        </pc:cxnChg>
        <pc:cxnChg chg="add mod">
          <ac:chgData name="Sergi Carreras i Sala" userId="cace1fa3a892e459" providerId="LiveId" clId="{A8860113-DB9F-4B9A-BF0A-BCB06A7493C3}" dt="2023-10-10T18:31:51.343" v="649" actId="14100"/>
          <ac:cxnSpMkLst>
            <pc:docMk/>
            <pc:sldMk cId="1559270596" sldId="277"/>
            <ac:cxnSpMk id="8" creationId="{90D41CF8-22E6-6743-60CE-21965C092CB2}"/>
          </ac:cxnSpMkLst>
        </pc:cxnChg>
        <pc:cxnChg chg="add mod">
          <ac:chgData name="Sergi Carreras i Sala" userId="cace1fa3a892e459" providerId="LiveId" clId="{A8860113-DB9F-4B9A-BF0A-BCB06A7493C3}" dt="2023-10-10T18:32:17.117" v="653" actId="14100"/>
          <ac:cxnSpMkLst>
            <pc:docMk/>
            <pc:sldMk cId="1559270596" sldId="277"/>
            <ac:cxnSpMk id="15" creationId="{047B2457-AF84-EB16-3EC0-4A86CC42E002}"/>
          </ac:cxnSpMkLst>
        </pc:cxnChg>
      </pc:sldChg>
      <pc:sldChg chg="addSp delSp modSp add mod">
        <pc:chgData name="Sergi Carreras i Sala" userId="cace1fa3a892e459" providerId="LiveId" clId="{A8860113-DB9F-4B9A-BF0A-BCB06A7493C3}" dt="2023-10-11T15:22:31.894" v="995" actId="1076"/>
        <pc:sldMkLst>
          <pc:docMk/>
          <pc:sldMk cId="2258388550" sldId="278"/>
        </pc:sldMkLst>
        <pc:spChg chg="add del mod">
          <ac:chgData name="Sergi Carreras i Sala" userId="cace1fa3a892e459" providerId="LiveId" clId="{A8860113-DB9F-4B9A-BF0A-BCB06A7493C3}" dt="2023-10-11T15:18:40.250" v="815" actId="478"/>
          <ac:spMkLst>
            <pc:docMk/>
            <pc:sldMk cId="2258388550" sldId="278"/>
            <ac:spMk id="3" creationId="{ED4B7D89-49D0-7C86-12F2-53C4B00CAA0B}"/>
          </ac:spMkLst>
        </pc:spChg>
        <pc:spChg chg="mod">
          <ac:chgData name="Sergi Carreras i Sala" userId="cace1fa3a892e459" providerId="LiveId" clId="{A8860113-DB9F-4B9A-BF0A-BCB06A7493C3}" dt="2023-10-11T15:19:37.562" v="884" actId="1076"/>
          <ac:spMkLst>
            <pc:docMk/>
            <pc:sldMk cId="2258388550" sldId="278"/>
            <ac:spMk id="4" creationId="{00000000-0000-0000-0000-000000000000}"/>
          </ac:spMkLst>
        </pc:spChg>
        <pc:spChg chg="del mod">
          <ac:chgData name="Sergi Carreras i Sala" userId="cace1fa3a892e459" providerId="LiveId" clId="{A8860113-DB9F-4B9A-BF0A-BCB06A7493C3}" dt="2023-10-11T15:18:37.980" v="813" actId="478"/>
          <ac:spMkLst>
            <pc:docMk/>
            <pc:sldMk cId="2258388550" sldId="278"/>
            <ac:spMk id="8" creationId="{918D00DB-75F1-45D6-9C39-6FF71BBEDDFB}"/>
          </ac:spMkLst>
        </pc:spChg>
        <pc:spChg chg="mod">
          <ac:chgData name="Sergi Carreras i Sala" userId="cace1fa3a892e459" providerId="LiveId" clId="{A8860113-DB9F-4B9A-BF0A-BCB06A7493C3}" dt="2023-10-11T15:21:16.280" v="970" actId="1076"/>
          <ac:spMkLst>
            <pc:docMk/>
            <pc:sldMk cId="2258388550" sldId="278"/>
            <ac:spMk id="10" creationId="{00000000-0000-0000-0000-000000000000}"/>
          </ac:spMkLst>
        </pc:spChg>
        <pc:spChg chg="del mod">
          <ac:chgData name="Sergi Carreras i Sala" userId="cace1fa3a892e459" providerId="LiveId" clId="{A8860113-DB9F-4B9A-BF0A-BCB06A7493C3}" dt="2023-10-10T17:55:06.116" v="442" actId="478"/>
          <ac:spMkLst>
            <pc:docMk/>
            <pc:sldMk cId="2258388550" sldId="278"/>
            <ac:spMk id="11" creationId="{A9D6AAF7-F1A1-46A0-BD9D-902DCB28D8F1}"/>
          </ac:spMkLst>
        </pc:spChg>
        <pc:spChg chg="del mod">
          <ac:chgData name="Sergi Carreras i Sala" userId="cace1fa3a892e459" providerId="LiveId" clId="{A8860113-DB9F-4B9A-BF0A-BCB06A7493C3}" dt="2023-10-10T17:54:58.361" v="436" actId="478"/>
          <ac:spMkLst>
            <pc:docMk/>
            <pc:sldMk cId="2258388550" sldId="278"/>
            <ac:spMk id="12" creationId="{4866684B-56B9-4A12-9BF7-92D7E61880BF}"/>
          </ac:spMkLst>
        </pc:spChg>
        <pc:spChg chg="del">
          <ac:chgData name="Sergi Carreras i Sala" userId="cace1fa3a892e459" providerId="LiveId" clId="{A8860113-DB9F-4B9A-BF0A-BCB06A7493C3}" dt="2023-10-10T17:55:00.369" v="437" actId="478"/>
          <ac:spMkLst>
            <pc:docMk/>
            <pc:sldMk cId="2258388550" sldId="278"/>
            <ac:spMk id="14" creationId="{D2D37CB1-07CA-4FB0-A8F5-2583966E97FE}"/>
          </ac:spMkLst>
        </pc:spChg>
        <pc:spChg chg="add del mod">
          <ac:chgData name="Sergi Carreras i Sala" userId="cace1fa3a892e459" providerId="LiveId" clId="{A8860113-DB9F-4B9A-BF0A-BCB06A7493C3}" dt="2023-10-11T15:18:30.731" v="811" actId="478"/>
          <ac:spMkLst>
            <pc:docMk/>
            <pc:sldMk cId="2258388550" sldId="278"/>
            <ac:spMk id="21" creationId="{51888686-FA86-FE6B-63AD-B6AB9F402BA1}"/>
          </ac:spMkLst>
        </pc:spChg>
        <pc:spChg chg="add mod">
          <ac:chgData name="Sergi Carreras i Sala" userId="cace1fa3a892e459" providerId="LiveId" clId="{A8860113-DB9F-4B9A-BF0A-BCB06A7493C3}" dt="2023-10-11T15:22:21.556" v="993" actId="20577"/>
          <ac:spMkLst>
            <pc:docMk/>
            <pc:sldMk cId="2258388550" sldId="278"/>
            <ac:spMk id="23" creationId="{A6316DA6-1908-0538-C2AA-3150FCD15744}"/>
          </ac:spMkLst>
        </pc:spChg>
        <pc:spChg chg="add del mod">
          <ac:chgData name="Sergi Carreras i Sala" userId="cace1fa3a892e459" providerId="LiveId" clId="{A8860113-DB9F-4B9A-BF0A-BCB06A7493C3}" dt="2023-10-11T15:21:57.935" v="971" actId="478"/>
          <ac:spMkLst>
            <pc:docMk/>
            <pc:sldMk cId="2258388550" sldId="278"/>
            <ac:spMk id="29" creationId="{69BFFCEB-1DB8-34FC-3DA2-37F1D5085C59}"/>
          </ac:spMkLst>
        </pc:spChg>
        <pc:picChg chg="del">
          <ac:chgData name="Sergi Carreras i Sala" userId="cace1fa3a892e459" providerId="LiveId" clId="{A8860113-DB9F-4B9A-BF0A-BCB06A7493C3}" dt="2023-10-10T17:50:35.400" v="428" actId="478"/>
          <ac:picMkLst>
            <pc:docMk/>
            <pc:sldMk cId="2258388550" sldId="278"/>
            <ac:picMk id="5" creationId="{2D0D5BCD-5C49-4324-927C-2FDD8C1C4F2C}"/>
          </ac:picMkLst>
        </pc:picChg>
        <pc:picChg chg="add mod ord">
          <ac:chgData name="Sergi Carreras i Sala" userId="cace1fa3a892e459" providerId="LiveId" clId="{A8860113-DB9F-4B9A-BF0A-BCB06A7493C3}" dt="2023-10-11T15:20:38.726" v="949" actId="167"/>
          <ac:picMkLst>
            <pc:docMk/>
            <pc:sldMk cId="2258388550" sldId="278"/>
            <ac:picMk id="6" creationId="{747D7A84-C40C-3475-C513-DBC5104F6290}"/>
          </ac:picMkLst>
        </pc:picChg>
        <pc:picChg chg="del">
          <ac:chgData name="Sergi Carreras i Sala" userId="cace1fa3a892e459" providerId="LiveId" clId="{A8860113-DB9F-4B9A-BF0A-BCB06A7493C3}" dt="2023-10-10T17:50:06.088" v="420" actId="478"/>
          <ac:picMkLst>
            <pc:docMk/>
            <pc:sldMk cId="2258388550" sldId="278"/>
            <ac:picMk id="6" creationId="{83095A26-F7B4-410B-851B-21D94E33F672}"/>
          </ac:picMkLst>
        </pc:picChg>
        <pc:picChg chg="add del mod">
          <ac:chgData name="Sergi Carreras i Sala" userId="cace1fa3a892e459" providerId="LiveId" clId="{A8860113-DB9F-4B9A-BF0A-BCB06A7493C3}" dt="2023-10-11T15:18:34.743" v="812" actId="478"/>
          <ac:picMkLst>
            <pc:docMk/>
            <pc:sldMk cId="2258388550" sldId="278"/>
            <ac:picMk id="9" creationId="{4F103965-D90D-07B0-2529-CB41B6EACCB4}"/>
          </ac:picMkLst>
        </pc:picChg>
        <pc:picChg chg="add del mod">
          <ac:chgData name="Sergi Carreras i Sala" userId="cace1fa3a892e459" providerId="LiveId" clId="{A8860113-DB9F-4B9A-BF0A-BCB06A7493C3}" dt="2023-10-11T15:18:24.981" v="810" actId="478"/>
          <ac:picMkLst>
            <pc:docMk/>
            <pc:sldMk cId="2258388550" sldId="278"/>
            <ac:picMk id="19" creationId="{D68BDB52-B20D-D099-8C47-809250E9C3CD}"/>
          </ac:picMkLst>
        </pc:picChg>
        <pc:cxnChg chg="add mod">
          <ac:chgData name="Sergi Carreras i Sala" userId="cace1fa3a892e459" providerId="LiveId" clId="{A8860113-DB9F-4B9A-BF0A-BCB06A7493C3}" dt="2023-10-11T15:22:31.894" v="995" actId="1076"/>
          <ac:cxnSpMkLst>
            <pc:docMk/>
            <pc:sldMk cId="2258388550" sldId="278"/>
            <ac:cxnSpMk id="11" creationId="{93DE9005-9074-1ED2-2162-18033BC55ACB}"/>
          </ac:cxnSpMkLst>
        </pc:cxnChg>
        <pc:cxnChg chg="del mod">
          <ac:chgData name="Sergi Carreras i Sala" userId="cace1fa3a892e459" providerId="LiveId" clId="{A8860113-DB9F-4B9A-BF0A-BCB06A7493C3}" dt="2023-10-11T15:18:38.988" v="814" actId="478"/>
          <ac:cxnSpMkLst>
            <pc:docMk/>
            <pc:sldMk cId="2258388550" sldId="278"/>
            <ac:cxnSpMk id="13" creationId="{CE0C5757-9D4D-40A5-A6E6-E8E8AFD7DFDD}"/>
          </ac:cxnSpMkLst>
        </pc:cxnChg>
        <pc:cxnChg chg="del">
          <ac:chgData name="Sergi Carreras i Sala" userId="cace1fa3a892e459" providerId="LiveId" clId="{A8860113-DB9F-4B9A-BF0A-BCB06A7493C3}" dt="2023-10-10T17:55:01.744" v="438" actId="478"/>
          <ac:cxnSpMkLst>
            <pc:docMk/>
            <pc:sldMk cId="2258388550" sldId="278"/>
            <ac:cxnSpMk id="15" creationId="{7970B4B0-1E62-4649-8B66-9EAEF9486728}"/>
          </ac:cxnSpMkLst>
        </pc:cxnChg>
        <pc:cxnChg chg="del">
          <ac:chgData name="Sergi Carreras i Sala" userId="cace1fa3a892e459" providerId="LiveId" clId="{A8860113-DB9F-4B9A-BF0A-BCB06A7493C3}" dt="2023-10-10T17:55:02.794" v="439" actId="478"/>
          <ac:cxnSpMkLst>
            <pc:docMk/>
            <pc:sldMk cId="2258388550" sldId="278"/>
            <ac:cxnSpMk id="16" creationId="{7B8E2A29-CA1A-4822-AAB6-5A73E6CDA9B2}"/>
          </ac:cxnSpMkLst>
        </pc:cxnChg>
        <pc:cxnChg chg="del">
          <ac:chgData name="Sergi Carreras i Sala" userId="cace1fa3a892e459" providerId="LiveId" clId="{A8860113-DB9F-4B9A-BF0A-BCB06A7493C3}" dt="2023-10-10T17:55:03.935" v="440" actId="478"/>
          <ac:cxnSpMkLst>
            <pc:docMk/>
            <pc:sldMk cId="2258388550" sldId="278"/>
            <ac:cxnSpMk id="20" creationId="{0AC59BC1-B111-44F9-BA85-704EE2E825C1}"/>
          </ac:cxnSpMkLst>
        </pc:cxnChg>
        <pc:cxnChg chg="add mod">
          <ac:chgData name="Sergi Carreras i Sala" userId="cace1fa3a892e459" providerId="LiveId" clId="{A8860113-DB9F-4B9A-BF0A-BCB06A7493C3}" dt="2023-10-11T15:20:47.767" v="969" actId="1038"/>
          <ac:cxnSpMkLst>
            <pc:docMk/>
            <pc:sldMk cId="2258388550" sldId="278"/>
            <ac:cxnSpMk id="24" creationId="{E66EA567-4E13-652F-B523-C89E8566E056}"/>
          </ac:cxnSpMkLst>
        </pc:cxnChg>
        <pc:cxnChg chg="add del mod">
          <ac:chgData name="Sergi Carreras i Sala" userId="cace1fa3a892e459" providerId="LiveId" clId="{A8860113-DB9F-4B9A-BF0A-BCB06A7493C3}" dt="2023-10-10T18:23:07.071" v="544"/>
          <ac:cxnSpMkLst>
            <pc:docMk/>
            <pc:sldMk cId="2258388550" sldId="278"/>
            <ac:cxnSpMk id="27" creationId="{2C065E24-2385-E8E8-BC8B-D7D197CDB155}"/>
          </ac:cxnSpMkLst>
        </pc:cxnChg>
        <pc:cxnChg chg="add del mod">
          <ac:chgData name="Sergi Carreras i Sala" userId="cace1fa3a892e459" providerId="LiveId" clId="{A8860113-DB9F-4B9A-BF0A-BCB06A7493C3}" dt="2023-10-10T18:23:11.645" v="546"/>
          <ac:cxnSpMkLst>
            <pc:docMk/>
            <pc:sldMk cId="2258388550" sldId="278"/>
            <ac:cxnSpMk id="28" creationId="{2C767446-98FA-140D-E764-654F2D74F374}"/>
          </ac:cxnSpMkLst>
        </pc:cxnChg>
      </pc:sldChg>
      <pc:sldChg chg="addSp delSp modSp add mod">
        <pc:chgData name="Sergi Carreras i Sala" userId="cace1fa3a892e459" providerId="LiveId" clId="{A8860113-DB9F-4B9A-BF0A-BCB06A7493C3}" dt="2023-10-11T15:06:56.307" v="738" actId="20577"/>
        <pc:sldMkLst>
          <pc:docMk/>
          <pc:sldMk cId="2392416979" sldId="279"/>
        </pc:sldMkLst>
        <pc:spChg chg="mod">
          <ac:chgData name="Sergi Carreras i Sala" userId="cace1fa3a892e459" providerId="LiveId" clId="{A8860113-DB9F-4B9A-BF0A-BCB06A7493C3}" dt="2023-10-11T15:06:56.307" v="738" actId="20577"/>
          <ac:spMkLst>
            <pc:docMk/>
            <pc:sldMk cId="2392416979" sldId="279"/>
            <ac:spMk id="4" creationId="{00000000-0000-0000-0000-000000000000}"/>
          </ac:spMkLst>
        </pc:spChg>
        <pc:spChg chg="del">
          <ac:chgData name="Sergi Carreras i Sala" userId="cace1fa3a892e459" providerId="LiveId" clId="{A8860113-DB9F-4B9A-BF0A-BCB06A7493C3}" dt="2023-10-11T15:00:48.663" v="656" actId="478"/>
          <ac:spMkLst>
            <pc:docMk/>
            <pc:sldMk cId="2392416979" sldId="279"/>
            <ac:spMk id="11" creationId="{00000000-0000-0000-0000-000000000000}"/>
          </ac:spMkLst>
        </pc:spChg>
        <pc:picChg chg="add mod ord">
          <ac:chgData name="Sergi Carreras i Sala" userId="cace1fa3a892e459" providerId="LiveId" clId="{A8860113-DB9F-4B9A-BF0A-BCB06A7493C3}" dt="2023-10-11T15:05:15.351" v="700" actId="167"/>
          <ac:picMkLst>
            <pc:docMk/>
            <pc:sldMk cId="2392416979" sldId="279"/>
            <ac:picMk id="5" creationId="{5C3BF236-1F70-7DE7-2725-7F3AA79F6D9D}"/>
          </ac:picMkLst>
        </pc:picChg>
        <pc:picChg chg="del">
          <ac:chgData name="Sergi Carreras i Sala" userId="cace1fa3a892e459" providerId="LiveId" clId="{A8860113-DB9F-4B9A-BF0A-BCB06A7493C3}" dt="2023-10-11T15:00:45.368" v="655" actId="478"/>
          <ac:picMkLst>
            <pc:docMk/>
            <pc:sldMk cId="2392416979" sldId="279"/>
            <ac:picMk id="6" creationId="{987E2EB9-5D2D-3EE5-120E-3C4BC426BED5}"/>
          </ac:picMkLst>
        </pc:picChg>
        <pc:cxnChg chg="del">
          <ac:chgData name="Sergi Carreras i Sala" userId="cace1fa3a892e459" providerId="LiveId" clId="{A8860113-DB9F-4B9A-BF0A-BCB06A7493C3}" dt="2023-10-11T15:06:17.388" v="729" actId="478"/>
          <ac:cxnSpMkLst>
            <pc:docMk/>
            <pc:sldMk cId="2392416979" sldId="279"/>
            <ac:cxnSpMk id="8" creationId="{90D41CF8-22E6-6743-60CE-21965C092CB2}"/>
          </ac:cxnSpMkLst>
        </pc:cxnChg>
        <pc:cxnChg chg="add mod">
          <ac:chgData name="Sergi Carreras i Sala" userId="cace1fa3a892e459" providerId="LiveId" clId="{A8860113-DB9F-4B9A-BF0A-BCB06A7493C3}" dt="2023-10-11T15:05:50.460" v="715" actId="1036"/>
          <ac:cxnSpMkLst>
            <pc:docMk/>
            <pc:sldMk cId="2392416979" sldId="279"/>
            <ac:cxnSpMk id="9" creationId="{457B3FA9-EC8C-6FA8-3AB3-59F10DDFAB45}"/>
          </ac:cxnSpMkLst>
        </pc:cxnChg>
        <pc:cxnChg chg="add mod">
          <ac:chgData name="Sergi Carreras i Sala" userId="cace1fa3a892e459" providerId="LiveId" clId="{A8860113-DB9F-4B9A-BF0A-BCB06A7493C3}" dt="2023-10-11T15:06:13.914" v="728" actId="1037"/>
          <ac:cxnSpMkLst>
            <pc:docMk/>
            <pc:sldMk cId="2392416979" sldId="279"/>
            <ac:cxnSpMk id="12" creationId="{9C7ED307-2D48-A8BE-0F9E-95042D79E02F}"/>
          </ac:cxnSpMkLst>
        </pc:cxnChg>
        <pc:cxnChg chg="mod">
          <ac:chgData name="Sergi Carreras i Sala" userId="cace1fa3a892e459" providerId="LiveId" clId="{A8860113-DB9F-4B9A-BF0A-BCB06A7493C3}" dt="2023-10-11T15:05:27.990" v="701" actId="1076"/>
          <ac:cxnSpMkLst>
            <pc:docMk/>
            <pc:sldMk cId="2392416979" sldId="279"/>
            <ac:cxnSpMk id="15" creationId="{047B2457-AF84-EB16-3EC0-4A86CC42E002}"/>
          </ac:cxnSpMkLst>
        </pc:cxnChg>
      </pc:sldChg>
      <pc:sldChg chg="addSp delSp modSp add mod">
        <pc:chgData name="Sergi Carreras i Sala" userId="cace1fa3a892e459" providerId="LiveId" clId="{A8860113-DB9F-4B9A-BF0A-BCB06A7493C3}" dt="2023-10-11T15:27:26.912" v="1083" actId="1076"/>
        <pc:sldMkLst>
          <pc:docMk/>
          <pc:sldMk cId="3179495862" sldId="280"/>
        </pc:sldMkLst>
        <pc:spChg chg="mod">
          <ac:chgData name="Sergi Carreras i Sala" userId="cace1fa3a892e459" providerId="LiveId" clId="{A8860113-DB9F-4B9A-BF0A-BCB06A7493C3}" dt="2023-10-11T15:08:11.301" v="745" actId="1076"/>
          <ac:spMkLst>
            <pc:docMk/>
            <pc:sldMk cId="3179495862" sldId="280"/>
            <ac:spMk id="4" creationId="{00000000-0000-0000-0000-000000000000}"/>
          </ac:spMkLst>
        </pc:spChg>
        <pc:spChg chg="add mod">
          <ac:chgData name="Sergi Carreras i Sala" userId="cace1fa3a892e459" providerId="LiveId" clId="{A8860113-DB9F-4B9A-BF0A-BCB06A7493C3}" dt="2023-10-11T15:11:20.273" v="759" actId="1076"/>
          <ac:spMkLst>
            <pc:docMk/>
            <pc:sldMk cId="3179495862" sldId="280"/>
            <ac:spMk id="14" creationId="{B421A537-DB3C-B885-ABCD-91FFDAD436B3}"/>
          </ac:spMkLst>
        </pc:spChg>
        <pc:picChg chg="del">
          <ac:chgData name="Sergi Carreras i Sala" userId="cace1fa3a892e459" providerId="LiveId" clId="{A8860113-DB9F-4B9A-BF0A-BCB06A7493C3}" dt="2023-10-11T15:07:23.500" v="740" actId="478"/>
          <ac:picMkLst>
            <pc:docMk/>
            <pc:sldMk cId="3179495862" sldId="280"/>
            <ac:picMk id="5" creationId="{5C3BF236-1F70-7DE7-2725-7F3AA79F6D9D}"/>
          </ac:picMkLst>
        </pc:picChg>
        <pc:picChg chg="add mod ord">
          <ac:chgData name="Sergi Carreras i Sala" userId="cace1fa3a892e459" providerId="LiveId" clId="{A8860113-DB9F-4B9A-BF0A-BCB06A7493C3}" dt="2023-10-11T15:27:26.912" v="1083" actId="1076"/>
          <ac:picMkLst>
            <pc:docMk/>
            <pc:sldMk cId="3179495862" sldId="280"/>
            <ac:picMk id="6" creationId="{F0E7B7C0-78DE-B1B8-7D0D-243F0C84825D}"/>
          </ac:picMkLst>
        </pc:picChg>
        <pc:picChg chg="mod">
          <ac:chgData name="Sergi Carreras i Sala" userId="cace1fa3a892e459" providerId="LiveId" clId="{A8860113-DB9F-4B9A-BF0A-BCB06A7493C3}" dt="2023-10-11T15:08:26.734" v="748" actId="167"/>
          <ac:picMkLst>
            <pc:docMk/>
            <pc:sldMk cId="3179495862" sldId="280"/>
            <ac:picMk id="7" creationId="{00000000-0000-0000-0000-000000000000}"/>
          </ac:picMkLst>
        </pc:picChg>
        <pc:cxnChg chg="add mod">
          <ac:chgData name="Sergi Carreras i Sala" userId="cace1fa3a892e459" providerId="LiveId" clId="{A8860113-DB9F-4B9A-BF0A-BCB06A7493C3}" dt="2023-10-11T15:10:49.948" v="757" actId="1076"/>
          <ac:cxnSpMkLst>
            <pc:docMk/>
            <pc:sldMk cId="3179495862" sldId="280"/>
            <ac:cxnSpMk id="8" creationId="{3AD40CC4-9918-3289-0B07-24A6809FC23C}"/>
          </ac:cxnSpMkLst>
        </pc:cxnChg>
        <pc:cxnChg chg="mod">
          <ac:chgData name="Sergi Carreras i Sala" userId="cace1fa3a892e459" providerId="LiveId" clId="{A8860113-DB9F-4B9A-BF0A-BCB06A7493C3}" dt="2023-10-11T15:09:47.937" v="750" actId="1076"/>
          <ac:cxnSpMkLst>
            <pc:docMk/>
            <pc:sldMk cId="3179495862" sldId="280"/>
            <ac:cxnSpMk id="9" creationId="{457B3FA9-EC8C-6FA8-3AB3-59F10DDFAB45}"/>
          </ac:cxnSpMkLst>
        </pc:cxnChg>
        <pc:cxnChg chg="del">
          <ac:chgData name="Sergi Carreras i Sala" userId="cace1fa3a892e459" providerId="LiveId" clId="{A8860113-DB9F-4B9A-BF0A-BCB06A7493C3}" dt="2023-10-11T15:10:00.540" v="751" actId="478"/>
          <ac:cxnSpMkLst>
            <pc:docMk/>
            <pc:sldMk cId="3179495862" sldId="280"/>
            <ac:cxnSpMk id="12" creationId="{9C7ED307-2D48-A8BE-0F9E-95042D79E02F}"/>
          </ac:cxnSpMkLst>
        </pc:cxnChg>
        <pc:cxnChg chg="mod">
          <ac:chgData name="Sergi Carreras i Sala" userId="cace1fa3a892e459" providerId="LiveId" clId="{A8860113-DB9F-4B9A-BF0A-BCB06A7493C3}" dt="2023-10-11T15:09:36.612" v="749" actId="1076"/>
          <ac:cxnSpMkLst>
            <pc:docMk/>
            <pc:sldMk cId="3179495862" sldId="280"/>
            <ac:cxnSpMk id="15" creationId="{047B2457-AF84-EB16-3EC0-4A86CC42E002}"/>
          </ac:cxnSpMkLst>
        </pc:cxnChg>
      </pc:sldChg>
      <pc:sldChg chg="add">
        <pc:chgData name="Sergi Carreras i Sala" userId="cace1fa3a892e459" providerId="LiveId" clId="{A8860113-DB9F-4B9A-BF0A-BCB06A7493C3}" dt="2023-10-11T15:18:18.714" v="809" actId="2890"/>
        <pc:sldMkLst>
          <pc:docMk/>
          <pc:sldMk cId="1932487936" sldId="281"/>
        </pc:sldMkLst>
      </pc:sldChg>
      <pc:sldChg chg="del">
        <pc:chgData name="Sergi Carreras i Sala" userId="cace1fa3a892e459" providerId="LiveId" clId="{A8860113-DB9F-4B9A-BF0A-BCB06A7493C3}" dt="2023-10-10T17:34:34.094" v="333" actId="47"/>
        <pc:sldMkLst>
          <pc:docMk/>
          <pc:sldMk cId="2542239272" sldId="282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771034551" sldId="283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472020988" sldId="284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2774925701" sldId="285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638410195" sldId="286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104775980" sldId="287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156107679" sldId="288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4129190895" sldId="289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2764917277" sldId="290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678745152" sldId="291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157770383" sldId="292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662497960" sldId="293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2507769118" sldId="294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878207579" sldId="296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72351686" sldId="297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594847432" sldId="298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853868500" sldId="299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950332992" sldId="300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3939712655" sldId="301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601887342" sldId="302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458448774" sldId="303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1015527517" sldId="304"/>
        </pc:sldMkLst>
      </pc:sldChg>
      <pc:sldChg chg="del">
        <pc:chgData name="Sergi Carreras i Sala" userId="cace1fa3a892e459" providerId="LiveId" clId="{A8860113-DB9F-4B9A-BF0A-BCB06A7493C3}" dt="2023-10-10T17:35:16.982" v="344" actId="47"/>
        <pc:sldMkLst>
          <pc:docMk/>
          <pc:sldMk cId="2110229520" sldId="305"/>
        </pc:sldMkLst>
      </pc:sldChg>
    </pc:docChg>
  </pc:docChgLst>
  <pc:docChgLst>
    <pc:chgData name="Sergi Carreras i Sala" userId="cace1fa3a892e459" providerId="LiveId" clId="{BEB6ABB0-67BC-4C96-BB24-CDA0A655E816}"/>
    <pc:docChg chg="custSel addSld modSld sldOrd">
      <pc:chgData name="Sergi Carreras i Sala" userId="cace1fa3a892e459" providerId="LiveId" clId="{BEB6ABB0-67BC-4C96-BB24-CDA0A655E816}" dt="2021-01-27T15:56:08.956" v="318" actId="1076"/>
      <pc:docMkLst>
        <pc:docMk/>
      </pc:docMkLst>
      <pc:sldChg chg="modSp mod">
        <pc:chgData name="Sergi Carreras i Sala" userId="cace1fa3a892e459" providerId="LiveId" clId="{BEB6ABB0-67BC-4C96-BB24-CDA0A655E816}" dt="2021-01-27T15:26:13.863" v="133" actId="20577"/>
        <pc:sldMkLst>
          <pc:docMk/>
          <pc:sldMk cId="1711673559" sldId="259"/>
        </pc:sldMkLst>
        <pc:spChg chg="mod">
          <ac:chgData name="Sergi Carreras i Sala" userId="cace1fa3a892e459" providerId="LiveId" clId="{BEB6ABB0-67BC-4C96-BB24-CDA0A655E816}" dt="2021-01-27T15:26:13.863" v="133" actId="20577"/>
          <ac:spMkLst>
            <pc:docMk/>
            <pc:sldMk cId="1711673559" sldId="259"/>
            <ac:spMk id="3" creationId="{00000000-0000-0000-0000-000000000000}"/>
          </ac:spMkLst>
        </pc:spChg>
      </pc:sldChg>
      <pc:sldChg chg="addSp delSp modSp add mod ord">
        <pc:chgData name="Sergi Carreras i Sala" userId="cace1fa3a892e459" providerId="LiveId" clId="{BEB6ABB0-67BC-4C96-BB24-CDA0A655E816}" dt="2021-01-27T15:56:08.956" v="318" actId="1076"/>
        <pc:sldMkLst>
          <pc:docMk/>
          <pc:sldMk cId="636461114" sldId="260"/>
        </pc:sldMkLst>
        <pc:spChg chg="del">
          <ac:chgData name="Sergi Carreras i Sala" userId="cace1fa3a892e459" providerId="LiveId" clId="{BEB6ABB0-67BC-4C96-BB24-CDA0A655E816}" dt="2021-01-27T15:49:56.468" v="274" actId="478"/>
          <ac:spMkLst>
            <pc:docMk/>
            <pc:sldMk cId="636461114" sldId="260"/>
            <ac:spMk id="9" creationId="{00000000-0000-0000-0000-000000000000}"/>
          </ac:spMkLst>
        </pc:spChg>
        <pc:spChg chg="add mod">
          <ac:chgData name="Sergi Carreras i Sala" userId="cace1fa3a892e459" providerId="LiveId" clId="{BEB6ABB0-67BC-4C96-BB24-CDA0A655E816}" dt="2021-01-27T15:50:10.548" v="277"/>
          <ac:spMkLst>
            <pc:docMk/>
            <pc:sldMk cId="636461114" sldId="260"/>
            <ac:spMk id="11" creationId="{202A7A0B-00DE-4144-A677-F1FCFBD38590}"/>
          </ac:spMkLst>
        </pc:spChg>
        <pc:picChg chg="mod">
          <ac:chgData name="Sergi Carreras i Sala" userId="cace1fa3a892e459" providerId="LiveId" clId="{BEB6ABB0-67BC-4C96-BB24-CDA0A655E816}" dt="2021-01-27T15:56:08.956" v="318" actId="1076"/>
          <ac:picMkLst>
            <pc:docMk/>
            <pc:sldMk cId="636461114" sldId="260"/>
            <ac:picMk id="5" creationId="{00000000-0000-0000-0000-000000000000}"/>
          </ac:picMkLst>
        </pc:picChg>
      </pc:sldChg>
      <pc:sldChg chg="delSp modSp add mod ord">
        <pc:chgData name="Sergi Carreras i Sala" userId="cace1fa3a892e459" providerId="LiveId" clId="{BEB6ABB0-67BC-4C96-BB24-CDA0A655E816}" dt="2021-01-27T15:50:04.389" v="276" actId="478"/>
        <pc:sldMkLst>
          <pc:docMk/>
          <pc:sldMk cId="388637449" sldId="262"/>
        </pc:sldMkLst>
        <pc:spChg chg="mod">
          <ac:chgData name="Sergi Carreras i Sala" userId="cace1fa3a892e459" providerId="LiveId" clId="{BEB6ABB0-67BC-4C96-BB24-CDA0A655E816}" dt="2021-01-27T15:36:21.671" v="172" actId="20577"/>
          <ac:spMkLst>
            <pc:docMk/>
            <pc:sldMk cId="388637449" sldId="262"/>
            <ac:spMk id="4" creationId="{00000000-0000-0000-0000-000000000000}"/>
          </ac:spMkLst>
        </pc:spChg>
        <pc:spChg chg="del">
          <ac:chgData name="Sergi Carreras i Sala" userId="cace1fa3a892e459" providerId="LiveId" clId="{BEB6ABB0-67BC-4C96-BB24-CDA0A655E816}" dt="2021-01-27T15:50:04.389" v="276" actId="478"/>
          <ac:spMkLst>
            <pc:docMk/>
            <pc:sldMk cId="388637449" sldId="262"/>
            <ac:spMk id="9" creationId="{00000000-0000-0000-0000-000000000000}"/>
          </ac:spMkLst>
        </pc:spChg>
      </pc:sldChg>
      <pc:sldChg chg="modSp mod">
        <pc:chgData name="Sergi Carreras i Sala" userId="cace1fa3a892e459" providerId="LiveId" clId="{BEB6ABB0-67BC-4C96-BB24-CDA0A655E816}" dt="2021-01-27T15:35:26.618" v="159" actId="1076"/>
        <pc:sldMkLst>
          <pc:docMk/>
          <pc:sldMk cId="2086218738" sldId="273"/>
        </pc:sldMkLst>
        <pc:spChg chg="mod">
          <ac:chgData name="Sergi Carreras i Sala" userId="cace1fa3a892e459" providerId="LiveId" clId="{BEB6ABB0-67BC-4C96-BB24-CDA0A655E816}" dt="2021-01-27T15:35:26.618" v="159" actId="1076"/>
          <ac:spMkLst>
            <pc:docMk/>
            <pc:sldMk cId="2086218738" sldId="273"/>
            <ac:spMk id="4" creationId="{00000000-0000-0000-0000-000000000000}"/>
          </ac:spMkLst>
        </pc:spChg>
        <pc:spChg chg="mod">
          <ac:chgData name="Sergi Carreras i Sala" userId="cace1fa3a892e459" providerId="LiveId" clId="{BEB6ABB0-67BC-4C96-BB24-CDA0A655E816}" dt="2021-01-27T15:27:28.358" v="137" actId="1037"/>
          <ac:spMkLst>
            <pc:docMk/>
            <pc:sldMk cId="2086218738" sldId="273"/>
            <ac:spMk id="11" creationId="{00000000-0000-0000-0000-000000000000}"/>
          </ac:spMkLst>
        </pc:spChg>
      </pc:sldChg>
      <pc:sldChg chg="addSp modSp mod">
        <pc:chgData name="Sergi Carreras i Sala" userId="cace1fa3a892e459" providerId="LiveId" clId="{BEB6ABB0-67BC-4C96-BB24-CDA0A655E816}" dt="2021-01-27T15:26:35.950" v="135" actId="1076"/>
        <pc:sldMkLst>
          <pc:docMk/>
          <pc:sldMk cId="2542239272" sldId="282"/>
        </pc:sldMkLst>
        <pc:spChg chg="add mod">
          <ac:chgData name="Sergi Carreras i Sala" userId="cace1fa3a892e459" providerId="LiveId" clId="{BEB6ABB0-67BC-4C96-BB24-CDA0A655E816}" dt="2021-01-27T15:26:35.950" v="135" actId="1076"/>
          <ac:spMkLst>
            <pc:docMk/>
            <pc:sldMk cId="2542239272" sldId="282"/>
            <ac:spMk id="13" creationId="{C20E782C-B12D-4766-8D9F-675214CA07BC}"/>
          </ac:spMkLst>
        </pc:spChg>
      </pc:sldChg>
      <pc:sldChg chg="addSp modSp mod">
        <pc:chgData name="Sergi Carreras i Sala" userId="cace1fa3a892e459" providerId="LiveId" clId="{BEB6ABB0-67BC-4C96-BB24-CDA0A655E816}" dt="2021-01-27T15:35:36.689" v="161" actId="1076"/>
        <pc:sldMkLst>
          <pc:docMk/>
          <pc:sldMk cId="72351686" sldId="297"/>
        </pc:sldMkLst>
        <pc:spChg chg="mod">
          <ac:chgData name="Sergi Carreras i Sala" userId="cace1fa3a892e459" providerId="LiveId" clId="{BEB6ABB0-67BC-4C96-BB24-CDA0A655E816}" dt="2021-01-27T15:35:36.689" v="161" actId="1076"/>
          <ac:spMkLst>
            <pc:docMk/>
            <pc:sldMk cId="72351686" sldId="297"/>
            <ac:spMk id="4" creationId="{00000000-0000-0000-0000-000000000000}"/>
          </ac:spMkLst>
        </pc:spChg>
        <pc:spChg chg="add mod">
          <ac:chgData name="Sergi Carreras i Sala" userId="cace1fa3a892e459" providerId="LiveId" clId="{BEB6ABB0-67BC-4C96-BB24-CDA0A655E816}" dt="2021-01-27T15:35:32.526" v="160"/>
          <ac:spMkLst>
            <pc:docMk/>
            <pc:sldMk cId="72351686" sldId="297"/>
            <ac:spMk id="12" creationId="{8BAB8ADF-2E2E-4032-A108-D9B2155D9EA2}"/>
          </ac:spMkLst>
        </pc:spChg>
      </pc:sldChg>
      <pc:sldChg chg="modSp mod">
        <pc:chgData name="Sergi Carreras i Sala" userId="cace1fa3a892e459" providerId="LiveId" clId="{BEB6ABB0-67BC-4C96-BB24-CDA0A655E816}" dt="2021-01-27T15:28:46.823" v="139" actId="20577"/>
        <pc:sldMkLst>
          <pc:docMk/>
          <pc:sldMk cId="853868500" sldId="299"/>
        </pc:sldMkLst>
        <pc:spChg chg="mod">
          <ac:chgData name="Sergi Carreras i Sala" userId="cace1fa3a892e459" providerId="LiveId" clId="{BEB6ABB0-67BC-4C96-BB24-CDA0A655E816}" dt="2021-01-27T15:28:46.823" v="139" actId="20577"/>
          <ac:spMkLst>
            <pc:docMk/>
            <pc:sldMk cId="853868500" sldId="299"/>
            <ac:spMk id="3" creationId="{E739769C-0DB9-4B49-B018-81B6FDAAAD48}"/>
          </ac:spMkLst>
        </pc:spChg>
      </pc:sldChg>
      <pc:sldChg chg="addSp delSp modSp add mod">
        <pc:chgData name="Sergi Carreras i Sala" userId="cace1fa3a892e459" providerId="LiveId" clId="{BEB6ABB0-67BC-4C96-BB24-CDA0A655E816}" dt="2021-01-27T15:50:12.199" v="278"/>
        <pc:sldMkLst>
          <pc:docMk/>
          <pc:sldMk cId="1458448774" sldId="303"/>
        </pc:sldMkLst>
        <pc:spChg chg="del">
          <ac:chgData name="Sergi Carreras i Sala" userId="cace1fa3a892e459" providerId="LiveId" clId="{BEB6ABB0-67BC-4C96-BB24-CDA0A655E816}" dt="2021-01-27T15:30:29.418" v="145" actId="478"/>
          <ac:spMkLst>
            <pc:docMk/>
            <pc:sldMk cId="1458448774" sldId="303"/>
            <ac:spMk id="3" creationId="{4F3A6F06-2141-46CB-8D08-C22A7E047DBD}"/>
          </ac:spMkLst>
        </pc:spChg>
        <pc:spChg chg="mod">
          <ac:chgData name="Sergi Carreras i Sala" userId="cace1fa3a892e459" providerId="LiveId" clId="{BEB6ABB0-67BC-4C96-BB24-CDA0A655E816}" dt="2021-01-27T15:47:42.293" v="260" actId="20577"/>
          <ac:spMkLst>
            <pc:docMk/>
            <pc:sldMk cId="1458448774" sldId="303"/>
            <ac:spMk id="6" creationId="{2B77C836-C27A-41B9-83F4-D722FE4AB9E3}"/>
          </ac:spMkLst>
        </pc:spChg>
        <pc:spChg chg="del">
          <ac:chgData name="Sergi Carreras i Sala" userId="cace1fa3a892e459" providerId="LiveId" clId="{BEB6ABB0-67BC-4C96-BB24-CDA0A655E816}" dt="2021-01-27T15:49:59.516" v="275" actId="478"/>
          <ac:spMkLst>
            <pc:docMk/>
            <pc:sldMk cId="1458448774" sldId="303"/>
            <ac:spMk id="9" creationId="{00000000-0000-0000-0000-000000000000}"/>
          </ac:spMkLst>
        </pc:spChg>
        <pc:spChg chg="add mod">
          <ac:chgData name="Sergi Carreras i Sala" userId="cace1fa3a892e459" providerId="LiveId" clId="{BEB6ABB0-67BC-4C96-BB24-CDA0A655E816}" dt="2021-01-27T15:50:12.199" v="278"/>
          <ac:spMkLst>
            <pc:docMk/>
            <pc:sldMk cId="1458448774" sldId="303"/>
            <ac:spMk id="12" creationId="{87FF363A-27DA-4192-A385-28481A3EFF83}"/>
          </ac:spMkLst>
        </pc:spChg>
        <pc:picChg chg="del">
          <ac:chgData name="Sergi Carreras i Sala" userId="cace1fa3a892e459" providerId="LiveId" clId="{BEB6ABB0-67BC-4C96-BB24-CDA0A655E816}" dt="2021-01-27T15:30:15.373" v="142" actId="478"/>
          <ac:picMkLst>
            <pc:docMk/>
            <pc:sldMk cId="1458448774" sldId="303"/>
            <ac:picMk id="5" creationId="{E19FCCE8-1A64-4E27-AD3F-459547C27F20}"/>
          </ac:picMkLst>
        </pc:picChg>
        <pc:picChg chg="add mod">
          <ac:chgData name="Sergi Carreras i Sala" userId="cace1fa3a892e459" providerId="LiveId" clId="{BEB6ABB0-67BC-4C96-BB24-CDA0A655E816}" dt="2021-01-27T15:47:16.190" v="227" actId="1076"/>
          <ac:picMkLst>
            <pc:docMk/>
            <pc:sldMk cId="1458448774" sldId="303"/>
            <ac:picMk id="8" creationId="{01DB489A-C1BF-43EC-99E0-D529FB0C67DC}"/>
          </ac:picMkLst>
        </pc:picChg>
        <pc:picChg chg="del">
          <ac:chgData name="Sergi Carreras i Sala" userId="cace1fa3a892e459" providerId="LiveId" clId="{BEB6ABB0-67BC-4C96-BB24-CDA0A655E816}" dt="2021-01-27T15:30:13.474" v="141" actId="478"/>
          <ac:picMkLst>
            <pc:docMk/>
            <pc:sldMk cId="1458448774" sldId="303"/>
            <ac:picMk id="13" creationId="{70F5510A-7F73-4E85-A87C-1C527168C176}"/>
          </ac:picMkLst>
        </pc:picChg>
      </pc:sldChg>
      <pc:sldChg chg="addSp delSp modSp add mod addCm delCm">
        <pc:chgData name="Sergi Carreras i Sala" userId="cace1fa3a892e459" providerId="LiveId" clId="{BEB6ABB0-67BC-4C96-BB24-CDA0A655E816}" dt="2021-01-27T15:49:45.988" v="273" actId="1076"/>
        <pc:sldMkLst>
          <pc:docMk/>
          <pc:sldMk cId="1015527517" sldId="304"/>
        </pc:sldMkLst>
        <pc:spChg chg="mod">
          <ac:chgData name="Sergi Carreras i Sala" userId="cace1fa3a892e459" providerId="LiveId" clId="{BEB6ABB0-67BC-4C96-BB24-CDA0A655E816}" dt="2021-01-27T15:37:20.505" v="198" actId="1076"/>
          <ac:spMkLst>
            <pc:docMk/>
            <pc:sldMk cId="1015527517" sldId="304"/>
            <ac:spMk id="4" creationId="{00000000-0000-0000-0000-000000000000}"/>
          </ac:spMkLst>
        </pc:spChg>
        <pc:spChg chg="mod">
          <ac:chgData name="Sergi Carreras i Sala" userId="cace1fa3a892e459" providerId="LiveId" clId="{BEB6ABB0-67BC-4C96-BB24-CDA0A655E816}" dt="2021-01-27T15:49:45.988" v="273" actId="1076"/>
          <ac:spMkLst>
            <pc:docMk/>
            <pc:sldMk cId="1015527517" sldId="304"/>
            <ac:spMk id="9" creationId="{00000000-0000-0000-0000-000000000000}"/>
          </ac:spMkLst>
        </pc:spChg>
        <pc:spChg chg="add mod">
          <ac:chgData name="Sergi Carreras i Sala" userId="cace1fa3a892e459" providerId="LiveId" clId="{BEB6ABB0-67BC-4C96-BB24-CDA0A655E816}" dt="2021-01-27T15:45:20.189" v="213" actId="1076"/>
          <ac:spMkLst>
            <pc:docMk/>
            <pc:sldMk cId="1015527517" sldId="304"/>
            <ac:spMk id="12" creationId="{76C01D30-9DA0-450B-9FB6-1545C3E13D18}"/>
          </ac:spMkLst>
        </pc:spChg>
        <pc:spChg chg="add mod">
          <ac:chgData name="Sergi Carreras i Sala" userId="cace1fa3a892e459" providerId="LiveId" clId="{BEB6ABB0-67BC-4C96-BB24-CDA0A655E816}" dt="2021-01-27T15:46:37.489" v="224" actId="113"/>
          <ac:spMkLst>
            <pc:docMk/>
            <pc:sldMk cId="1015527517" sldId="304"/>
            <ac:spMk id="13" creationId="{EF705590-FA43-44C5-891C-E9DF0E8AD5B8}"/>
          </ac:spMkLst>
        </pc:spChg>
        <pc:picChg chg="del">
          <ac:chgData name="Sergi Carreras i Sala" userId="cace1fa3a892e459" providerId="LiveId" clId="{BEB6ABB0-67BC-4C96-BB24-CDA0A655E816}" dt="2021-01-27T15:37:22.365" v="199" actId="478"/>
          <ac:picMkLst>
            <pc:docMk/>
            <pc:sldMk cId="1015527517" sldId="304"/>
            <ac:picMk id="5" creationId="{00000000-0000-0000-0000-000000000000}"/>
          </ac:picMkLst>
        </pc:picChg>
        <pc:picChg chg="del">
          <ac:chgData name="Sergi Carreras i Sala" userId="cace1fa3a892e459" providerId="LiveId" clId="{BEB6ABB0-67BC-4C96-BB24-CDA0A655E816}" dt="2021-01-27T15:37:24.214" v="200" actId="478"/>
          <ac:picMkLst>
            <pc:docMk/>
            <pc:sldMk cId="1015527517" sldId="304"/>
            <ac:picMk id="6" creationId="{00000000-0000-0000-0000-000000000000}"/>
          </ac:picMkLst>
        </pc:picChg>
        <pc:picChg chg="del">
          <ac:chgData name="Sergi Carreras i Sala" userId="cace1fa3a892e459" providerId="LiveId" clId="{BEB6ABB0-67BC-4C96-BB24-CDA0A655E816}" dt="2021-01-27T15:37:26.809" v="201" actId="478"/>
          <ac:picMkLst>
            <pc:docMk/>
            <pc:sldMk cId="1015527517" sldId="304"/>
            <ac:picMk id="8" creationId="{00000000-0000-0000-0000-000000000000}"/>
          </ac:picMkLst>
        </pc:picChg>
        <pc:picChg chg="add mod">
          <ac:chgData name="Sergi Carreras i Sala" userId="cace1fa3a892e459" providerId="LiveId" clId="{BEB6ABB0-67BC-4C96-BB24-CDA0A655E816}" dt="2021-01-27T15:45:25.657" v="216" actId="1076"/>
          <ac:picMkLst>
            <pc:docMk/>
            <pc:sldMk cId="1015527517" sldId="304"/>
            <ac:picMk id="11" creationId="{18C14E1A-EC76-4A9F-A890-7C5FC6BD670E}"/>
          </ac:picMkLst>
        </pc:picChg>
      </pc:sldChg>
      <pc:sldChg chg="addSp delSp modSp add mod">
        <pc:chgData name="Sergi Carreras i Sala" userId="cace1fa3a892e459" providerId="LiveId" clId="{BEB6ABB0-67BC-4C96-BB24-CDA0A655E816}" dt="2021-01-27T15:55:37.095" v="317" actId="1076"/>
        <pc:sldMkLst>
          <pc:docMk/>
          <pc:sldMk cId="2110229520" sldId="305"/>
        </pc:sldMkLst>
        <pc:spChg chg="mod">
          <ac:chgData name="Sergi Carreras i Sala" userId="cace1fa3a892e459" providerId="LiveId" clId="{BEB6ABB0-67BC-4C96-BB24-CDA0A655E816}" dt="2021-01-27T15:53:26.588" v="297" actId="20577"/>
          <ac:spMkLst>
            <pc:docMk/>
            <pc:sldMk cId="2110229520" sldId="305"/>
            <ac:spMk id="6" creationId="{2B77C836-C27A-41B9-83F4-D722FE4AB9E3}"/>
          </ac:spMkLst>
        </pc:spChg>
        <pc:spChg chg="add mod">
          <ac:chgData name="Sergi Carreras i Sala" userId="cace1fa3a892e459" providerId="LiveId" clId="{BEB6ABB0-67BC-4C96-BB24-CDA0A655E816}" dt="2021-01-27T15:55:31.054" v="316" actId="14100"/>
          <ac:spMkLst>
            <pc:docMk/>
            <pc:sldMk cId="2110229520" sldId="305"/>
            <ac:spMk id="13" creationId="{02C946A5-03CA-429E-AA92-1913671541D9}"/>
          </ac:spMkLst>
        </pc:spChg>
        <pc:picChg chg="add mod">
          <ac:chgData name="Sergi Carreras i Sala" userId="cace1fa3a892e459" providerId="LiveId" clId="{BEB6ABB0-67BC-4C96-BB24-CDA0A655E816}" dt="2021-01-27T15:55:37.095" v="317" actId="1076"/>
          <ac:picMkLst>
            <pc:docMk/>
            <pc:sldMk cId="2110229520" sldId="305"/>
            <ac:picMk id="4" creationId="{FA86BD99-4FD7-4B86-A7F4-E8F64E9BA618}"/>
          </ac:picMkLst>
        </pc:picChg>
        <pc:picChg chg="del mod">
          <ac:chgData name="Sergi Carreras i Sala" userId="cace1fa3a892e459" providerId="LiveId" clId="{BEB6ABB0-67BC-4C96-BB24-CDA0A655E816}" dt="2021-01-27T15:53:11.763" v="281" actId="478"/>
          <ac:picMkLst>
            <pc:docMk/>
            <pc:sldMk cId="2110229520" sldId="305"/>
            <ac:picMk id="8" creationId="{01DB489A-C1BF-43EC-99E0-D529FB0C67DC}"/>
          </ac:picMkLst>
        </pc:picChg>
        <pc:picChg chg="add mod">
          <ac:chgData name="Sergi Carreras i Sala" userId="cace1fa3a892e459" providerId="LiveId" clId="{BEB6ABB0-67BC-4C96-BB24-CDA0A655E816}" dt="2021-01-27T15:54:46.342" v="309" actId="14100"/>
          <ac:picMkLst>
            <pc:docMk/>
            <pc:sldMk cId="2110229520" sldId="305"/>
            <ac:picMk id="9" creationId="{50F857A1-F531-48FB-975F-96A08B7FA0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4F9F2-B2C7-4C02-86A8-A17502C795DB}" type="datetimeFigureOut">
              <a:rPr lang="es-ES" smtClean="0"/>
              <a:pPr/>
              <a:t>13/11/2025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2DDC8-1446-4874-92EF-0910CBB955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96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BECA-676F-47E1-90C8-A9E5EEA9C4F3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8-521D-4645-AE21-4F5609B5A49F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8C86-CF60-48C0-995B-D3C15E87F183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FD65-67AE-416B-BD2C-5E8D8DABFF2B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AE554-9F91-490A-B9B6-49A71432DA8F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8470-3953-4C18-94D3-92630D02B8BB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31BE-9423-43A4-86EB-16FB5AC8729C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8FCE-30D1-4184-BF74-097712FDB1D8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3C4A-306D-4ADF-BBBC-1FFD8350BF1C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65CE-86AE-4C7D-951B-CB248652CD46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01722-A568-4DE2-B5E3-9329DC299A4C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1ED4C-3B3D-4DD5-9D2C-93A15B76367C}" type="datetime1">
              <a:rPr lang="es-ES" smtClean="0"/>
              <a:pPr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39955-C15B-41DB-967D-F8DF5C478B3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8" name="7 Rectángulo"/>
          <p:cNvSpPr/>
          <p:nvPr/>
        </p:nvSpPr>
        <p:spPr>
          <a:xfrm>
            <a:off x="617675" y="1412776"/>
            <a:ext cx="828092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ca-ES" sz="4800" dirty="0"/>
          </a:p>
          <a:p>
            <a:r>
              <a:rPr lang="ca-ES" sz="4800" dirty="0"/>
              <a:t>Llegir un arxiu JSON local  </a:t>
            </a:r>
          </a:p>
          <a:p>
            <a:endParaRPr lang="ca-ES" sz="2000" b="1" dirty="0"/>
          </a:p>
          <a:p>
            <a:endParaRPr lang="ca-ES" sz="2000" b="1" dirty="0"/>
          </a:p>
          <a:p>
            <a:endParaRPr lang="ca-ES" sz="2000" b="1" dirty="0"/>
          </a:p>
          <a:p>
            <a:r>
              <a:rPr lang="ca-ES" sz="2000" b="1" dirty="0"/>
              <a:t>Desenvolupament d’Aplicacions </a:t>
            </a:r>
            <a:r>
              <a:rPr lang="ca-ES" sz="2000" b="1" dirty="0" err="1"/>
              <a:t>Multiplataforma</a:t>
            </a:r>
            <a:endParaRPr lang="ca-ES" sz="2000" b="1" dirty="0"/>
          </a:p>
          <a:p>
            <a:endParaRPr lang="ca-ES" sz="2000" b="1" dirty="0"/>
          </a:p>
          <a:p>
            <a:r>
              <a:rPr lang="ca-ES" sz="2000" b="1" dirty="0"/>
              <a:t>Sergi Carreras i Sala</a:t>
            </a:r>
          </a:p>
          <a:p>
            <a:r>
              <a:rPr lang="ca-ES" sz="2000" b="1" dirty="0"/>
              <a:t>Salesians Sarrià – Barcelona				</a:t>
            </a:r>
            <a:r>
              <a:rPr lang="ca-ES" sz="2000" b="1"/>
              <a:t>Curs 2025-2026</a:t>
            </a:r>
            <a:endParaRPr lang="es-ES" sz="2000" b="1" dirty="0"/>
          </a:p>
        </p:txBody>
      </p:sp>
      <p:pic>
        <p:nvPicPr>
          <p:cNvPr id="1026" name="Picture 2" descr="Salesians Sarri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683568" y="1582341"/>
            <a:ext cx="78488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>
                <a:solidFill>
                  <a:srgbClr val="111111"/>
                </a:solidFill>
                <a:latin typeface="Open sans"/>
              </a:rPr>
              <a:t> Introducció a JSON.  Estructura dels arxius.</a:t>
            </a:r>
          </a:p>
          <a:p>
            <a:r>
              <a:rPr lang="es-ES">
                <a:solidFill>
                  <a:srgbClr val="111111"/>
                </a:solidFill>
                <a:latin typeface="Open sa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>
                <a:solidFill>
                  <a:srgbClr val="111111"/>
                </a:solidFill>
                <a:latin typeface="Open sans"/>
              </a:rPr>
              <a:t> Guardem les dades en la carpeta Assets i configurem pubspec.yaml</a:t>
            </a:r>
          </a:p>
          <a:p>
            <a:pPr>
              <a:buFont typeface="Arial" panose="020B0604020202020204" pitchFamily="34" charset="0"/>
              <a:buChar char="•"/>
            </a:pPr>
            <a:endParaRPr lang="es-ES">
              <a:solidFill>
                <a:srgbClr val="111111"/>
              </a:solidFill>
              <a:latin typeface="Open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>
                <a:solidFill>
                  <a:srgbClr val="111111"/>
                </a:solidFill>
                <a:latin typeface="Open sans"/>
              </a:rPr>
              <a:t> Lectura de l’arxiu JSON.</a:t>
            </a:r>
          </a:p>
          <a:p>
            <a:pPr>
              <a:buFont typeface="Arial" panose="020B0604020202020204" pitchFamily="34" charset="0"/>
              <a:buChar char="•"/>
            </a:pPr>
            <a:endParaRPr lang="es-ES">
              <a:solidFill>
                <a:srgbClr val="111111"/>
              </a:solidFill>
              <a:latin typeface="Open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>
                <a:solidFill>
                  <a:srgbClr val="111111"/>
                </a:solidFill>
                <a:latin typeface="Open sans"/>
              </a:rPr>
              <a:t> Visualització de les dades fent servir “Card” </a:t>
            </a:r>
            <a:endParaRPr lang="es-ES" dirty="0">
              <a:solidFill>
                <a:srgbClr val="111111"/>
              </a:solidFill>
              <a:latin typeface="Open sans"/>
            </a:endParaRPr>
          </a:p>
          <a:p>
            <a:endParaRPr lang="es-ES" dirty="0">
              <a:solidFill>
                <a:srgbClr val="111111"/>
              </a:solidFill>
              <a:latin typeface="Open sans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267744" y="423564"/>
            <a:ext cx="27061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 dirty="0"/>
              <a:t>Objectius:</a:t>
            </a:r>
          </a:p>
        </p:txBody>
      </p:sp>
    </p:spTree>
    <p:extLst>
      <p:ext uri="{BB962C8B-B14F-4D97-AF65-F5344CB8AC3E}">
        <p14:creationId xmlns:p14="http://schemas.microsoft.com/office/powerpoint/2010/main" val="171167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76243"/>
            <a:ext cx="2133600" cy="365125"/>
          </a:xfrm>
        </p:spPr>
        <p:txBody>
          <a:bodyPr/>
          <a:lstStyle/>
          <a:p>
            <a:fld id="{C0239955-C15B-41DB-967D-F8DF5C478B3E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195736" y="492691"/>
            <a:ext cx="618348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/>
              <a:t>Què volem aconseguir ?</a:t>
            </a:r>
            <a:endParaRPr lang="ca-ES" sz="4800" dirty="0"/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1E5CA8F2-6BCE-98B7-C5E1-B75BCB46B0D3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pic>
        <p:nvPicPr>
          <p:cNvPr id="19" name="Imagen 18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ABD5A0D4-D174-0CCE-1D7D-566AD14C8B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69" y="1381153"/>
            <a:ext cx="2374662" cy="5013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641A5B4-7FD6-5054-17D2-F72C1EB95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31" y="1566866"/>
            <a:ext cx="5236546" cy="4641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5FEDB99-A826-163E-E563-837C5B219656}"/>
              </a:ext>
            </a:extLst>
          </p:cNvPr>
          <p:cNvCxnSpPr>
            <a:cxnSpLocks/>
          </p:cNvCxnSpPr>
          <p:nvPr/>
        </p:nvCxnSpPr>
        <p:spPr>
          <a:xfrm>
            <a:off x="5250160" y="3429000"/>
            <a:ext cx="103732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8 Rectángulo">
            <a:extLst>
              <a:ext uri="{FF2B5EF4-FFF2-40B4-BE49-F238E27FC236}">
                <a16:creationId xmlns:a16="http://schemas.microsoft.com/office/drawing/2014/main" id="{0A6BB72B-0A6E-B354-ECE3-83B9B1D90EE5}"/>
              </a:ext>
            </a:extLst>
          </p:cNvPr>
          <p:cNvSpPr/>
          <p:nvPr/>
        </p:nvSpPr>
        <p:spPr>
          <a:xfrm>
            <a:off x="1739244" y="5661248"/>
            <a:ext cx="33368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 b="1"/>
              <a:t>JSON ( guardat localment )</a:t>
            </a:r>
            <a:endParaRPr lang="es-ES" sz="2000" b="1" dirty="0"/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9AAA42EC-F9AC-906F-9911-CED60266A9E5}"/>
              </a:ext>
            </a:extLst>
          </p:cNvPr>
          <p:cNvSpPr/>
          <p:nvPr/>
        </p:nvSpPr>
        <p:spPr>
          <a:xfrm>
            <a:off x="7236296" y="5643640"/>
            <a:ext cx="12717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 b="1"/>
              <a:t>Cards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6175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47D7A84-C40C-3475-C513-DBC5104F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89100"/>
            <a:ext cx="9010650" cy="3829050"/>
          </a:xfrm>
          <a:prstGeom prst="rect">
            <a:avLst/>
          </a:prstGeom>
        </p:spPr>
      </p:pic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266327" y="6376243"/>
            <a:ext cx="2133600" cy="365125"/>
          </a:xfrm>
        </p:spPr>
        <p:txBody>
          <a:bodyPr/>
          <a:lstStyle/>
          <a:p>
            <a:fld id="{C0239955-C15B-41DB-967D-F8DF5C478B3E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1913390" y="412217"/>
            <a:ext cx="69790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/>
              <a:t>Configurem:  pubspec.yaml</a:t>
            </a:r>
            <a:endParaRPr lang="ca-ES" sz="4800" dirty="0"/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1E5CA8F2-6BCE-98B7-C5E1-B75BCB46B0D3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sp>
        <p:nvSpPr>
          <p:cNvPr id="23" name="8 Rectángulo">
            <a:extLst>
              <a:ext uri="{FF2B5EF4-FFF2-40B4-BE49-F238E27FC236}">
                <a16:creationId xmlns:a16="http://schemas.microsoft.com/office/drawing/2014/main" id="{A6316DA6-1908-0538-C2AA-3150FCD15744}"/>
              </a:ext>
            </a:extLst>
          </p:cNvPr>
          <p:cNvSpPr/>
          <p:nvPr/>
        </p:nvSpPr>
        <p:spPr>
          <a:xfrm>
            <a:off x="755576" y="5597141"/>
            <a:ext cx="7898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IMPORTANT !!!!!  En aquest arxiu definim la configuració de tota la APP </a:t>
            </a:r>
            <a:endParaRPr lang="es-ES" sz="2000" b="1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66EA567-4E13-652F-B523-C89E8566E056}"/>
              </a:ext>
            </a:extLst>
          </p:cNvPr>
          <p:cNvCxnSpPr>
            <a:cxnSpLocks/>
          </p:cNvCxnSpPr>
          <p:nvPr/>
        </p:nvCxnSpPr>
        <p:spPr>
          <a:xfrm flipH="1">
            <a:off x="1955144" y="1662708"/>
            <a:ext cx="1800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3DE9005-9074-1ED2-2162-18033BC55ACB}"/>
              </a:ext>
            </a:extLst>
          </p:cNvPr>
          <p:cNvCxnSpPr>
            <a:cxnSpLocks/>
          </p:cNvCxnSpPr>
          <p:nvPr/>
        </p:nvCxnSpPr>
        <p:spPr>
          <a:xfrm flipH="1">
            <a:off x="3995936" y="4941168"/>
            <a:ext cx="1800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38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217604" y="6376243"/>
            <a:ext cx="2133600" cy="365125"/>
          </a:xfrm>
        </p:spPr>
        <p:txBody>
          <a:bodyPr/>
          <a:lstStyle/>
          <a:p>
            <a:fld id="{C0239955-C15B-41DB-967D-F8DF5C478B3E}" type="slidenum">
              <a:rPr lang="es-ES" smtClean="0"/>
              <a:pPr/>
              <a:t>5</a:t>
            </a:fld>
            <a:endParaRPr lang="es-ES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383762" y="407747"/>
            <a:ext cx="4916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 dirty="0"/>
              <a:t>El codi -</a:t>
            </a:r>
            <a:r>
              <a:rPr lang="ca-ES" sz="4800" dirty="0" err="1"/>
              <a:t>main.dart</a:t>
            </a:r>
            <a:r>
              <a:rPr lang="ca-ES" sz="4800" dirty="0"/>
              <a:t> -</a:t>
            </a:r>
          </a:p>
        </p:txBody>
      </p:sp>
      <p:sp>
        <p:nvSpPr>
          <p:cNvPr id="8" name="8 Rectángulo">
            <a:extLst>
              <a:ext uri="{FF2B5EF4-FFF2-40B4-BE49-F238E27FC236}">
                <a16:creationId xmlns:a16="http://schemas.microsoft.com/office/drawing/2014/main" id="{918D00DB-75F1-45D6-9C39-6FF71BBEDDFB}"/>
              </a:ext>
            </a:extLst>
          </p:cNvPr>
          <p:cNvSpPr/>
          <p:nvPr/>
        </p:nvSpPr>
        <p:spPr>
          <a:xfrm>
            <a:off x="2658348" y="1952687"/>
            <a:ext cx="12717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 b="1"/>
              <a:t>main.dart</a:t>
            </a:r>
            <a:endParaRPr lang="es-ES" sz="2000" b="1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E0C5757-9D4D-40A5-A6E6-E8E8AFD7DFDD}"/>
              </a:ext>
            </a:extLst>
          </p:cNvPr>
          <p:cNvCxnSpPr>
            <a:cxnSpLocks/>
          </p:cNvCxnSpPr>
          <p:nvPr/>
        </p:nvCxnSpPr>
        <p:spPr>
          <a:xfrm>
            <a:off x="2555776" y="2481600"/>
            <a:ext cx="119137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8 Rectángulo">
            <a:extLst>
              <a:ext uri="{FF2B5EF4-FFF2-40B4-BE49-F238E27FC236}">
                <a16:creationId xmlns:a16="http://schemas.microsoft.com/office/drawing/2014/main" id="{1E5CA8F2-6BCE-98B7-C5E1-B75BCB46B0D3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103965-D90D-07B0-2529-CB41B6EA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10" y="1386963"/>
            <a:ext cx="2047565" cy="295491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68BDB52-B20D-D099-8C47-809250E9C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1386963"/>
            <a:ext cx="3846021" cy="5354405"/>
          </a:xfrm>
          <a:prstGeom prst="rect">
            <a:avLst/>
          </a:prstGeom>
        </p:spPr>
      </p:pic>
      <p:sp>
        <p:nvSpPr>
          <p:cNvPr id="21" name="Abrir llave 20">
            <a:extLst>
              <a:ext uri="{FF2B5EF4-FFF2-40B4-BE49-F238E27FC236}">
                <a16:creationId xmlns:a16="http://schemas.microsoft.com/office/drawing/2014/main" id="{51888686-FA86-FE6B-63AD-B6AB9F402BA1}"/>
              </a:ext>
            </a:extLst>
          </p:cNvPr>
          <p:cNvSpPr/>
          <p:nvPr/>
        </p:nvSpPr>
        <p:spPr>
          <a:xfrm>
            <a:off x="3131840" y="3228945"/>
            <a:ext cx="557740" cy="3221308"/>
          </a:xfrm>
          <a:prstGeom prst="leftBrac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3" name="8 Rectángulo">
            <a:extLst>
              <a:ext uri="{FF2B5EF4-FFF2-40B4-BE49-F238E27FC236}">
                <a16:creationId xmlns:a16="http://schemas.microsoft.com/office/drawing/2014/main" id="{A6316DA6-1908-0538-C2AA-3150FCD15744}"/>
              </a:ext>
            </a:extLst>
          </p:cNvPr>
          <p:cNvSpPr/>
          <p:nvPr/>
        </p:nvSpPr>
        <p:spPr>
          <a:xfrm>
            <a:off x="1271947" y="4774798"/>
            <a:ext cx="26642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 b="1"/>
              <a:t>Class MyApp</a:t>
            </a:r>
          </a:p>
          <a:p>
            <a:endParaRPr lang="ca-ES" sz="2000" b="1"/>
          </a:p>
          <a:p>
            <a:r>
              <a:rPr lang="ca-ES" sz="2000" b="1"/>
              <a:t>Control principal d’entrada a la App</a:t>
            </a:r>
            <a:endParaRPr lang="es-ES" sz="2000" b="1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66EA567-4E13-652F-B523-C89E8566E056}"/>
              </a:ext>
            </a:extLst>
          </p:cNvPr>
          <p:cNvCxnSpPr>
            <a:cxnSpLocks/>
          </p:cNvCxnSpPr>
          <p:nvPr/>
        </p:nvCxnSpPr>
        <p:spPr>
          <a:xfrm flipH="1">
            <a:off x="6372200" y="5949280"/>
            <a:ext cx="1800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8 Rectángulo">
            <a:extLst>
              <a:ext uri="{FF2B5EF4-FFF2-40B4-BE49-F238E27FC236}">
                <a16:creationId xmlns:a16="http://schemas.microsoft.com/office/drawing/2014/main" id="{69BFFCEB-1DB8-34FC-3DA2-37F1D5085C59}"/>
              </a:ext>
            </a:extLst>
          </p:cNvPr>
          <p:cNvSpPr/>
          <p:nvPr/>
        </p:nvSpPr>
        <p:spPr>
          <a:xfrm>
            <a:off x="7668344" y="5471037"/>
            <a:ext cx="151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 b="1"/>
              <a:t>HomePage()</a:t>
            </a:r>
            <a:endParaRPr lang="es-ES" sz="2000" b="1" dirty="0"/>
          </a:p>
        </p:txBody>
      </p:sp>
      <p:sp>
        <p:nvSpPr>
          <p:cNvPr id="3" name="Rectángulo redondeado 10">
            <a:extLst>
              <a:ext uri="{FF2B5EF4-FFF2-40B4-BE49-F238E27FC236}">
                <a16:creationId xmlns:a16="http://schemas.microsoft.com/office/drawing/2014/main" id="{ED4B7D89-49D0-7C86-12F2-53C4B00CAA0B}"/>
              </a:ext>
            </a:extLst>
          </p:cNvPr>
          <p:cNvSpPr/>
          <p:nvPr/>
        </p:nvSpPr>
        <p:spPr>
          <a:xfrm>
            <a:off x="467544" y="2768533"/>
            <a:ext cx="1800200" cy="472295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48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87E2EB9-5D2D-3EE5-120E-3C4BC426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557139"/>
            <a:ext cx="8858250" cy="4895850"/>
          </a:xfrm>
          <a:prstGeom prst="rect">
            <a:avLst/>
          </a:prstGeom>
        </p:spPr>
      </p:pic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6</a:t>
            </a:fld>
            <a:endParaRPr lang="es-ES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1810518" y="679531"/>
            <a:ext cx="73334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000"/>
              <a:t>HomePage( ) i _HomePageState( ):</a:t>
            </a:r>
            <a:endParaRPr lang="ca-ES" sz="40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2267744" y="2348880"/>
            <a:ext cx="3816424" cy="472295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8544E296-607E-0B49-4967-EC7448EA6E0E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0D41CF8-22E6-6743-60CE-21965C092CB2}"/>
              </a:ext>
            </a:extLst>
          </p:cNvPr>
          <p:cNvCxnSpPr>
            <a:cxnSpLocks/>
          </p:cNvCxnSpPr>
          <p:nvPr/>
        </p:nvCxnSpPr>
        <p:spPr>
          <a:xfrm flipH="1">
            <a:off x="7416316" y="3645024"/>
            <a:ext cx="468052" cy="9361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47B2457-AF84-EB16-3EC0-4A86CC42E002}"/>
              </a:ext>
            </a:extLst>
          </p:cNvPr>
          <p:cNvCxnSpPr>
            <a:cxnSpLocks/>
          </p:cNvCxnSpPr>
          <p:nvPr/>
        </p:nvCxnSpPr>
        <p:spPr>
          <a:xfrm flipH="1">
            <a:off x="3635896" y="5589240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C22F791-1EEA-2341-1130-DF1E1EF249E1}"/>
              </a:ext>
            </a:extLst>
          </p:cNvPr>
          <p:cNvCxnSpPr>
            <a:cxnSpLocks/>
          </p:cNvCxnSpPr>
          <p:nvPr/>
        </p:nvCxnSpPr>
        <p:spPr>
          <a:xfrm flipH="1">
            <a:off x="2411760" y="3717032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ángulo redondeado 10">
            <a:extLst>
              <a:ext uri="{FF2B5EF4-FFF2-40B4-BE49-F238E27FC236}">
                <a16:creationId xmlns:a16="http://schemas.microsoft.com/office/drawing/2014/main" id="{C1A63069-F80F-BA42-4308-50935B035734}"/>
              </a:ext>
            </a:extLst>
          </p:cNvPr>
          <p:cNvSpPr/>
          <p:nvPr/>
        </p:nvSpPr>
        <p:spPr>
          <a:xfrm>
            <a:off x="395536" y="4077072"/>
            <a:ext cx="4032448" cy="576064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927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C3BF236-1F70-7DE7-2725-7F3AA79F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1" y="1492746"/>
            <a:ext cx="7362825" cy="4972050"/>
          </a:xfrm>
          <a:prstGeom prst="rect">
            <a:avLst/>
          </a:prstGeom>
        </p:spPr>
      </p:pic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7</a:t>
            </a:fld>
            <a:endParaRPr lang="es-ES"/>
          </a:p>
        </p:txBody>
      </p:sp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030166" y="661749"/>
            <a:ext cx="559191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/>
              <a:t>_HomePageState( ) II:</a:t>
            </a:r>
            <a:endParaRPr lang="ca-ES" sz="4800" dirty="0"/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8544E296-607E-0B49-4967-EC7448EA6E0E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47B2457-AF84-EB16-3EC0-4A86CC42E002}"/>
              </a:ext>
            </a:extLst>
          </p:cNvPr>
          <p:cNvCxnSpPr>
            <a:cxnSpLocks/>
          </p:cNvCxnSpPr>
          <p:nvPr/>
        </p:nvCxnSpPr>
        <p:spPr>
          <a:xfrm flipH="1">
            <a:off x="3203848" y="2492896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57B3FA9-EC8C-6FA8-3AB3-59F10DDFAB45}"/>
              </a:ext>
            </a:extLst>
          </p:cNvPr>
          <p:cNvCxnSpPr>
            <a:cxnSpLocks/>
          </p:cNvCxnSpPr>
          <p:nvPr/>
        </p:nvCxnSpPr>
        <p:spPr>
          <a:xfrm flipH="1">
            <a:off x="5004048" y="1949490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C7ED307-2D48-A8BE-0F9E-95042D79E02F}"/>
              </a:ext>
            </a:extLst>
          </p:cNvPr>
          <p:cNvCxnSpPr>
            <a:cxnSpLocks/>
          </p:cNvCxnSpPr>
          <p:nvPr/>
        </p:nvCxnSpPr>
        <p:spPr>
          <a:xfrm flipH="1">
            <a:off x="4550228" y="5488768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1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alesians Sarri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5" y="100965"/>
            <a:ext cx="1121569" cy="112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E7B7C0-78DE-B1B8-7D0D-243F0C84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62" y="1189577"/>
            <a:ext cx="6452257" cy="5592454"/>
          </a:xfrm>
          <a:prstGeom prst="rect">
            <a:avLst/>
          </a:prstGeom>
        </p:spPr>
      </p:pic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9955-C15B-41DB-967D-F8DF5C478B3E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4" name="Rectángulo 3"/>
          <p:cNvSpPr/>
          <p:nvPr/>
        </p:nvSpPr>
        <p:spPr>
          <a:xfrm>
            <a:off x="2072568" y="388849"/>
            <a:ext cx="57474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4800"/>
              <a:t>_HomePageState( ) III:</a:t>
            </a:r>
            <a:endParaRPr lang="ca-ES" sz="4800" dirty="0"/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8544E296-607E-0B49-4967-EC7448EA6E0E}"/>
              </a:ext>
            </a:extLst>
          </p:cNvPr>
          <p:cNvSpPr/>
          <p:nvPr/>
        </p:nvSpPr>
        <p:spPr>
          <a:xfrm>
            <a:off x="5940152" y="116632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/>
              <a:t>Lectura d’un JSON local</a:t>
            </a:r>
            <a:endParaRPr lang="es-ES" sz="2000" b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47B2457-AF84-EB16-3EC0-4A86CC42E002}"/>
              </a:ext>
            </a:extLst>
          </p:cNvPr>
          <p:cNvCxnSpPr>
            <a:cxnSpLocks/>
          </p:cNvCxnSpPr>
          <p:nvPr/>
        </p:nvCxnSpPr>
        <p:spPr>
          <a:xfrm flipH="1">
            <a:off x="6372200" y="2780928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57B3FA9-EC8C-6FA8-3AB3-59F10DDFAB45}"/>
              </a:ext>
            </a:extLst>
          </p:cNvPr>
          <p:cNvCxnSpPr>
            <a:cxnSpLocks/>
          </p:cNvCxnSpPr>
          <p:nvPr/>
        </p:nvCxnSpPr>
        <p:spPr>
          <a:xfrm flipH="1">
            <a:off x="6553200" y="3645024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AD40CC4-9918-3289-0B07-24A6809FC23C}"/>
              </a:ext>
            </a:extLst>
          </p:cNvPr>
          <p:cNvCxnSpPr>
            <a:cxnSpLocks/>
          </p:cNvCxnSpPr>
          <p:nvPr/>
        </p:nvCxnSpPr>
        <p:spPr>
          <a:xfrm flipH="1">
            <a:off x="4716016" y="1628800"/>
            <a:ext cx="720080" cy="1640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Abrir llave 13">
            <a:extLst>
              <a:ext uri="{FF2B5EF4-FFF2-40B4-BE49-F238E27FC236}">
                <a16:creationId xmlns:a16="http://schemas.microsoft.com/office/drawing/2014/main" id="{B421A537-DB3C-B885-ABCD-91FFDAD436B3}"/>
              </a:ext>
            </a:extLst>
          </p:cNvPr>
          <p:cNvSpPr/>
          <p:nvPr/>
        </p:nvSpPr>
        <p:spPr>
          <a:xfrm>
            <a:off x="1979712" y="1892681"/>
            <a:ext cx="557740" cy="3221308"/>
          </a:xfrm>
          <a:prstGeom prst="leftBrac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79495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Presentación en pantalla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EPSS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RedBean - php ORM</dc:title>
  <dc:subject>C08 - 2011-2012</dc:subject>
  <dc:creator>Sergi Carreras i Sala</dc:creator>
  <cp:lastModifiedBy>Sergi Carreras i Sala</cp:lastModifiedBy>
  <cp:revision>266</cp:revision>
  <dcterms:created xsi:type="dcterms:W3CDTF">2010-02-17T17:39:07Z</dcterms:created>
  <dcterms:modified xsi:type="dcterms:W3CDTF">2025-11-13T16:30:45Z</dcterms:modified>
</cp:coreProperties>
</file>